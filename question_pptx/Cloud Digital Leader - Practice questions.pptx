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252"/>
  </p:notesMasterIdLst>
  <p:sldIdLst>
    <p:sldId id="372" r:id="rId2"/>
    <p:sldId id="257" r:id="rId3"/>
    <p:sldId id="373" r:id="rId4"/>
    <p:sldId id="258" r:id="rId5"/>
    <p:sldId id="374" r:id="rId6"/>
    <p:sldId id="259" r:id="rId7"/>
    <p:sldId id="375" r:id="rId8"/>
    <p:sldId id="260" r:id="rId9"/>
    <p:sldId id="376" r:id="rId10"/>
    <p:sldId id="261" r:id="rId11"/>
    <p:sldId id="377" r:id="rId12"/>
    <p:sldId id="262" r:id="rId13"/>
    <p:sldId id="378" r:id="rId14"/>
    <p:sldId id="263" r:id="rId15"/>
    <p:sldId id="379" r:id="rId16"/>
    <p:sldId id="264" r:id="rId17"/>
    <p:sldId id="380" r:id="rId18"/>
    <p:sldId id="265" r:id="rId19"/>
    <p:sldId id="381" r:id="rId20"/>
    <p:sldId id="266" r:id="rId21"/>
    <p:sldId id="382" r:id="rId22"/>
    <p:sldId id="267" r:id="rId23"/>
    <p:sldId id="383" r:id="rId24"/>
    <p:sldId id="268" r:id="rId25"/>
    <p:sldId id="384" r:id="rId26"/>
    <p:sldId id="269" r:id="rId27"/>
    <p:sldId id="385" r:id="rId28"/>
    <p:sldId id="270" r:id="rId29"/>
    <p:sldId id="386" r:id="rId30"/>
    <p:sldId id="271" r:id="rId31"/>
    <p:sldId id="387" r:id="rId32"/>
    <p:sldId id="272" r:id="rId33"/>
    <p:sldId id="388" r:id="rId34"/>
    <p:sldId id="273" r:id="rId35"/>
    <p:sldId id="389" r:id="rId36"/>
    <p:sldId id="274" r:id="rId37"/>
    <p:sldId id="390" r:id="rId38"/>
    <p:sldId id="275" r:id="rId39"/>
    <p:sldId id="391" r:id="rId40"/>
    <p:sldId id="276" r:id="rId41"/>
    <p:sldId id="392" r:id="rId42"/>
    <p:sldId id="277" r:id="rId43"/>
    <p:sldId id="393" r:id="rId44"/>
    <p:sldId id="278" r:id="rId45"/>
    <p:sldId id="394" r:id="rId46"/>
    <p:sldId id="279" r:id="rId47"/>
    <p:sldId id="395" r:id="rId48"/>
    <p:sldId id="280" r:id="rId49"/>
    <p:sldId id="396" r:id="rId50"/>
    <p:sldId id="281" r:id="rId51"/>
    <p:sldId id="397" r:id="rId52"/>
    <p:sldId id="282" r:id="rId53"/>
    <p:sldId id="398" r:id="rId54"/>
    <p:sldId id="283" r:id="rId55"/>
    <p:sldId id="399" r:id="rId56"/>
    <p:sldId id="284" r:id="rId57"/>
    <p:sldId id="400" r:id="rId58"/>
    <p:sldId id="285" r:id="rId59"/>
    <p:sldId id="401" r:id="rId60"/>
    <p:sldId id="286" r:id="rId61"/>
    <p:sldId id="402" r:id="rId62"/>
    <p:sldId id="287" r:id="rId63"/>
    <p:sldId id="403" r:id="rId64"/>
    <p:sldId id="288" r:id="rId65"/>
    <p:sldId id="404" r:id="rId66"/>
    <p:sldId id="289" r:id="rId67"/>
    <p:sldId id="405" r:id="rId68"/>
    <p:sldId id="290" r:id="rId69"/>
    <p:sldId id="406" r:id="rId70"/>
    <p:sldId id="291" r:id="rId71"/>
    <p:sldId id="407" r:id="rId72"/>
    <p:sldId id="292" r:id="rId73"/>
    <p:sldId id="408" r:id="rId74"/>
    <p:sldId id="293" r:id="rId75"/>
    <p:sldId id="409" r:id="rId76"/>
    <p:sldId id="294" r:id="rId77"/>
    <p:sldId id="410" r:id="rId78"/>
    <p:sldId id="295" r:id="rId79"/>
    <p:sldId id="411" r:id="rId80"/>
    <p:sldId id="296" r:id="rId81"/>
    <p:sldId id="412" r:id="rId82"/>
    <p:sldId id="297" r:id="rId83"/>
    <p:sldId id="413" r:id="rId84"/>
    <p:sldId id="298" r:id="rId85"/>
    <p:sldId id="414" r:id="rId86"/>
    <p:sldId id="299" r:id="rId87"/>
    <p:sldId id="415" r:id="rId88"/>
    <p:sldId id="300" r:id="rId89"/>
    <p:sldId id="416" r:id="rId90"/>
    <p:sldId id="301" r:id="rId91"/>
    <p:sldId id="417" r:id="rId92"/>
    <p:sldId id="302" r:id="rId93"/>
    <p:sldId id="418" r:id="rId94"/>
    <p:sldId id="303" r:id="rId95"/>
    <p:sldId id="419" r:id="rId96"/>
    <p:sldId id="304" r:id="rId97"/>
    <p:sldId id="420" r:id="rId98"/>
    <p:sldId id="305" r:id="rId99"/>
    <p:sldId id="421" r:id="rId100"/>
    <p:sldId id="306" r:id="rId101"/>
    <p:sldId id="422" r:id="rId102"/>
    <p:sldId id="307" r:id="rId103"/>
    <p:sldId id="423" r:id="rId104"/>
    <p:sldId id="308" r:id="rId105"/>
    <p:sldId id="424" r:id="rId106"/>
    <p:sldId id="309" r:id="rId107"/>
    <p:sldId id="425" r:id="rId108"/>
    <p:sldId id="310" r:id="rId109"/>
    <p:sldId id="426" r:id="rId110"/>
    <p:sldId id="311" r:id="rId111"/>
    <p:sldId id="427" r:id="rId112"/>
    <p:sldId id="312" r:id="rId113"/>
    <p:sldId id="428" r:id="rId114"/>
    <p:sldId id="313" r:id="rId115"/>
    <p:sldId id="429" r:id="rId116"/>
    <p:sldId id="314" r:id="rId117"/>
    <p:sldId id="430" r:id="rId118"/>
    <p:sldId id="315" r:id="rId119"/>
    <p:sldId id="431" r:id="rId120"/>
    <p:sldId id="316" r:id="rId121"/>
    <p:sldId id="432" r:id="rId122"/>
    <p:sldId id="317" r:id="rId123"/>
    <p:sldId id="433" r:id="rId124"/>
    <p:sldId id="318" r:id="rId125"/>
    <p:sldId id="434" r:id="rId126"/>
    <p:sldId id="319" r:id="rId127"/>
    <p:sldId id="435" r:id="rId128"/>
    <p:sldId id="436" r:id="rId129"/>
    <p:sldId id="437" r:id="rId130"/>
    <p:sldId id="438" r:id="rId131"/>
    <p:sldId id="439" r:id="rId132"/>
    <p:sldId id="440" r:id="rId133"/>
    <p:sldId id="441" r:id="rId134"/>
    <p:sldId id="442" r:id="rId135"/>
    <p:sldId id="562" r:id="rId136"/>
    <p:sldId id="443" r:id="rId137"/>
    <p:sldId id="453" r:id="rId138"/>
    <p:sldId id="454" r:id="rId139"/>
    <p:sldId id="444" r:id="rId140"/>
    <p:sldId id="445" r:id="rId141"/>
    <p:sldId id="455" r:id="rId142"/>
    <p:sldId id="446" r:id="rId143"/>
    <p:sldId id="456" r:id="rId144"/>
    <p:sldId id="447" r:id="rId145"/>
    <p:sldId id="457" r:id="rId146"/>
    <p:sldId id="448" r:id="rId147"/>
    <p:sldId id="458" r:id="rId148"/>
    <p:sldId id="449" r:id="rId149"/>
    <p:sldId id="459" r:id="rId150"/>
    <p:sldId id="450" r:id="rId151"/>
    <p:sldId id="460" r:id="rId152"/>
    <p:sldId id="469" r:id="rId153"/>
    <p:sldId id="451" r:id="rId154"/>
    <p:sldId id="462" r:id="rId155"/>
    <p:sldId id="470" r:id="rId156"/>
    <p:sldId id="463" r:id="rId157"/>
    <p:sldId id="471" r:id="rId158"/>
    <p:sldId id="464" r:id="rId159"/>
    <p:sldId id="472" r:id="rId160"/>
    <p:sldId id="465" r:id="rId161"/>
    <p:sldId id="473" r:id="rId162"/>
    <p:sldId id="474" r:id="rId163"/>
    <p:sldId id="466" r:id="rId164"/>
    <p:sldId id="489" r:id="rId165"/>
    <p:sldId id="467" r:id="rId166"/>
    <p:sldId id="475" r:id="rId167"/>
    <p:sldId id="490" r:id="rId168"/>
    <p:sldId id="491" r:id="rId169"/>
    <p:sldId id="476" r:id="rId170"/>
    <p:sldId id="477" r:id="rId171"/>
    <p:sldId id="492" r:id="rId172"/>
    <p:sldId id="478" r:id="rId173"/>
    <p:sldId id="493" r:id="rId174"/>
    <p:sldId id="479" r:id="rId175"/>
    <p:sldId id="494" r:id="rId176"/>
    <p:sldId id="480" r:id="rId177"/>
    <p:sldId id="495" r:id="rId178"/>
    <p:sldId id="481" r:id="rId179"/>
    <p:sldId id="496" r:id="rId180"/>
    <p:sldId id="482" r:id="rId181"/>
    <p:sldId id="497" r:id="rId182"/>
    <p:sldId id="483" r:id="rId183"/>
    <p:sldId id="498" r:id="rId184"/>
    <p:sldId id="485" r:id="rId185"/>
    <p:sldId id="500" r:id="rId186"/>
    <p:sldId id="486" r:id="rId187"/>
    <p:sldId id="501" r:id="rId188"/>
    <p:sldId id="487" r:id="rId189"/>
    <p:sldId id="502" r:id="rId190"/>
    <p:sldId id="488" r:id="rId191"/>
    <p:sldId id="517" r:id="rId192"/>
    <p:sldId id="505" r:id="rId193"/>
    <p:sldId id="518" r:id="rId194"/>
    <p:sldId id="506" r:id="rId195"/>
    <p:sldId id="519" r:id="rId196"/>
    <p:sldId id="507" r:id="rId197"/>
    <p:sldId id="520" r:id="rId198"/>
    <p:sldId id="508" r:id="rId199"/>
    <p:sldId id="521" r:id="rId200"/>
    <p:sldId id="503" r:id="rId201"/>
    <p:sldId id="522" r:id="rId202"/>
    <p:sldId id="504" r:id="rId203"/>
    <p:sldId id="523" r:id="rId204"/>
    <p:sldId id="509" r:id="rId205"/>
    <p:sldId id="524" r:id="rId206"/>
    <p:sldId id="525" r:id="rId207"/>
    <p:sldId id="510" r:id="rId208"/>
    <p:sldId id="511" r:id="rId209"/>
    <p:sldId id="526" r:id="rId210"/>
    <p:sldId id="512" r:id="rId211"/>
    <p:sldId id="527" r:id="rId212"/>
    <p:sldId id="513" r:id="rId213"/>
    <p:sldId id="528" r:id="rId214"/>
    <p:sldId id="514" r:id="rId215"/>
    <p:sldId id="529" r:id="rId216"/>
    <p:sldId id="515" r:id="rId217"/>
    <p:sldId id="530" r:id="rId218"/>
    <p:sldId id="516" r:id="rId219"/>
    <p:sldId id="531" r:id="rId220"/>
    <p:sldId id="532" r:id="rId221"/>
    <p:sldId id="533" r:id="rId222"/>
    <p:sldId id="534" r:id="rId223"/>
    <p:sldId id="452" r:id="rId224"/>
    <p:sldId id="535" r:id="rId225"/>
    <p:sldId id="551" r:id="rId226"/>
    <p:sldId id="543" r:id="rId227"/>
    <p:sldId id="552" r:id="rId228"/>
    <p:sldId id="544" r:id="rId229"/>
    <p:sldId id="553" r:id="rId230"/>
    <p:sldId id="545" r:id="rId231"/>
    <p:sldId id="554" r:id="rId232"/>
    <p:sldId id="546" r:id="rId233"/>
    <p:sldId id="555" r:id="rId234"/>
    <p:sldId id="547" r:id="rId235"/>
    <p:sldId id="556" r:id="rId236"/>
    <p:sldId id="548" r:id="rId237"/>
    <p:sldId id="557" r:id="rId238"/>
    <p:sldId id="549" r:id="rId239"/>
    <p:sldId id="558" r:id="rId240"/>
    <p:sldId id="550" r:id="rId241"/>
    <p:sldId id="559" r:id="rId242"/>
    <p:sldId id="537" r:id="rId243"/>
    <p:sldId id="560" r:id="rId244"/>
    <p:sldId id="538" r:id="rId245"/>
    <p:sldId id="561" r:id="rId246"/>
    <p:sldId id="461" r:id="rId247"/>
    <p:sldId id="468" r:id="rId248"/>
    <p:sldId id="484" r:id="rId249"/>
    <p:sldId id="499" r:id="rId250"/>
    <p:sldId id="371" r:id="rId2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65" userDrawn="1">
          <p15:clr>
            <a:srgbClr val="A4A3A4"/>
          </p15:clr>
        </p15:guide>
        <p15:guide id="2" orient="horz" pos="1008" userDrawn="1">
          <p15:clr>
            <a:srgbClr val="A4A3A4"/>
          </p15:clr>
        </p15:guide>
        <p15:guide id="3" pos="216" userDrawn="1">
          <p15:clr>
            <a:srgbClr val="A4A3A4"/>
          </p15:clr>
        </p15:guide>
        <p15:guide id="4" orient="horz" pos="20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4A853"/>
    <a:srgbClr val="4285F4"/>
    <a:srgbClr val="FBBC04"/>
    <a:srgbClr val="8B8D8C"/>
    <a:srgbClr val="EA4335"/>
    <a:srgbClr val="F5FAFC"/>
    <a:srgbClr val="0C3C60"/>
    <a:srgbClr val="8C8C8C"/>
    <a:srgbClr val="595959"/>
    <a:srgbClr val="B999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0A327E-96E1-4531-9A04-52282A3BB8F5}" v="64" dt="2025-12-10T22:41:08.4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502" autoAdjust="0"/>
    <p:restoredTop sz="78478" autoAdjust="0"/>
  </p:normalViewPr>
  <p:slideViewPr>
    <p:cSldViewPr snapToGrid="0">
      <p:cViewPr varScale="1">
        <p:scale>
          <a:sx n="73" d="100"/>
          <a:sy n="73" d="100"/>
        </p:scale>
        <p:origin x="116" y="44"/>
      </p:cViewPr>
      <p:guideLst>
        <p:guide orient="horz" pos="4065"/>
        <p:guide orient="horz" pos="1008"/>
        <p:guide pos="216"/>
        <p:guide orient="horz" pos="2024"/>
      </p:guideLst>
    </p:cSldViewPr>
  </p:slideViewPr>
  <p:outlineViewPr>
    <p:cViewPr>
      <p:scale>
        <a:sx n="33" d="100"/>
        <a:sy n="33" d="100"/>
      </p:scale>
      <p:origin x="0" y="-10332"/>
    </p:cViewPr>
  </p:outlineViewPr>
  <p:notesTextViewPr>
    <p:cViewPr>
      <p:scale>
        <a:sx n="125" d="100"/>
        <a:sy n="125" d="100"/>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microsoft.com/office/2015/10/relationships/revisionInfo" Target="revisionInfo.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notesMaster" Target="notesMasters/notesMaster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presProps" Target="pres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viewProps" Target="viewProps.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theme" Target="theme/theme1.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tableStyles" Target="tableStyles.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miro Rego Álvarez" userId="f03bea09-59f9-4099-99e9-a1c5df4e87e8" providerId="ADAL" clId="{A707F61F-0443-44D0-9605-3287C54E0FFD}"/>
    <pc:docChg chg="undo redo custSel addSld delSld modSld sldOrd modMainMaster">
      <pc:chgData name="Ramiro Rego Álvarez" userId="f03bea09-59f9-4099-99e9-a1c5df4e87e8" providerId="ADAL" clId="{A707F61F-0443-44D0-9605-3287C54E0FFD}" dt="2025-12-10T22:41:13.043" v="1545" actId="113"/>
      <pc:docMkLst>
        <pc:docMk/>
      </pc:docMkLst>
      <pc:sldChg chg="modSp">
        <pc:chgData name="Ramiro Rego Álvarez" userId="f03bea09-59f9-4099-99e9-a1c5df4e87e8" providerId="ADAL" clId="{A707F61F-0443-44D0-9605-3287C54E0FFD}" dt="2025-12-05T20:59:46.555" v="1196"/>
        <pc:sldMkLst>
          <pc:docMk/>
          <pc:sldMk cId="0" sldId="257"/>
        </pc:sldMkLst>
        <pc:spChg chg="mod">
          <ac:chgData name="Ramiro Rego Álvarez" userId="f03bea09-59f9-4099-99e9-a1c5df4e87e8" providerId="ADAL" clId="{A707F61F-0443-44D0-9605-3287C54E0FFD}" dt="2025-12-05T20:59:46.555" v="1196"/>
          <ac:spMkLst>
            <pc:docMk/>
            <pc:sldMk cId="0" sldId="257"/>
            <ac:spMk id="3" creationId="{00000000-0000-0000-0000-000000000000}"/>
          </ac:spMkLst>
        </pc:spChg>
      </pc:sldChg>
      <pc:sldChg chg="modSp mod">
        <pc:chgData name="Ramiro Rego Álvarez" userId="f03bea09-59f9-4099-99e9-a1c5df4e87e8" providerId="ADAL" clId="{A707F61F-0443-44D0-9605-3287C54E0FFD}" dt="2025-12-09T09:58:09.036" v="1226" actId="20577"/>
        <pc:sldMkLst>
          <pc:docMk/>
          <pc:sldMk cId="0" sldId="279"/>
        </pc:sldMkLst>
        <pc:spChg chg="mod">
          <ac:chgData name="Ramiro Rego Álvarez" userId="f03bea09-59f9-4099-99e9-a1c5df4e87e8" providerId="ADAL" clId="{A707F61F-0443-44D0-9605-3287C54E0FFD}" dt="2025-12-09T09:57:42.451" v="1221" actId="21"/>
          <ac:spMkLst>
            <pc:docMk/>
            <pc:sldMk cId="0" sldId="279"/>
            <ac:spMk id="2" creationId="{00000000-0000-0000-0000-000000000000}"/>
          </ac:spMkLst>
        </pc:spChg>
        <pc:spChg chg="mod">
          <ac:chgData name="Ramiro Rego Álvarez" userId="f03bea09-59f9-4099-99e9-a1c5df4e87e8" providerId="ADAL" clId="{A707F61F-0443-44D0-9605-3287C54E0FFD}" dt="2025-12-09T09:58:09.036" v="1226" actId="20577"/>
          <ac:spMkLst>
            <pc:docMk/>
            <pc:sldMk cId="0" sldId="279"/>
            <ac:spMk id="3" creationId="{00000000-0000-0000-0000-000000000000}"/>
          </ac:spMkLst>
        </pc:spChg>
      </pc:sldChg>
      <pc:sldChg chg="addSp delSp modSp add del mod chgLayout">
        <pc:chgData name="Ramiro Rego Álvarez" userId="f03bea09-59f9-4099-99e9-a1c5df4e87e8" providerId="ADAL" clId="{A707F61F-0443-44D0-9605-3287C54E0FFD}" dt="2025-11-13T21:47:38.843" v="1076" actId="20577"/>
        <pc:sldMkLst>
          <pc:docMk/>
          <pc:sldMk cId="0" sldId="283"/>
        </pc:sldMkLst>
        <pc:spChg chg="mod ord">
          <ac:chgData name="Ramiro Rego Álvarez" userId="f03bea09-59f9-4099-99e9-a1c5df4e87e8" providerId="ADAL" clId="{A707F61F-0443-44D0-9605-3287C54E0FFD}" dt="2025-11-13T21:47:36.468" v="1074" actId="21"/>
          <ac:spMkLst>
            <pc:docMk/>
            <pc:sldMk cId="0" sldId="283"/>
            <ac:spMk id="2" creationId="{00000000-0000-0000-0000-000000000000}"/>
          </ac:spMkLst>
        </pc:spChg>
        <pc:spChg chg="mod ord">
          <ac:chgData name="Ramiro Rego Álvarez" userId="f03bea09-59f9-4099-99e9-a1c5df4e87e8" providerId="ADAL" clId="{A707F61F-0443-44D0-9605-3287C54E0FFD}" dt="2025-11-13T21:47:38.843" v="1076" actId="20577"/>
          <ac:spMkLst>
            <pc:docMk/>
            <pc:sldMk cId="0" sldId="283"/>
            <ac:spMk id="3" creationId="{00000000-0000-0000-0000-000000000000}"/>
          </ac:spMkLst>
        </pc:spChg>
      </pc:sldChg>
      <pc:sldChg chg="addSp delSp modSp add del mod chgLayout">
        <pc:chgData name="Ramiro Rego Álvarez" userId="f03bea09-59f9-4099-99e9-a1c5df4e87e8" providerId="ADAL" clId="{A707F61F-0443-44D0-9605-3287C54E0FFD}" dt="2025-11-13T21:35:27.944" v="1050" actId="20577"/>
        <pc:sldMkLst>
          <pc:docMk/>
          <pc:sldMk cId="0" sldId="285"/>
        </pc:sldMkLst>
        <pc:spChg chg="mod ord">
          <ac:chgData name="Ramiro Rego Álvarez" userId="f03bea09-59f9-4099-99e9-a1c5df4e87e8" providerId="ADAL" clId="{A707F61F-0443-44D0-9605-3287C54E0FFD}" dt="2025-11-13T21:35:27.944" v="1050" actId="20577"/>
          <ac:spMkLst>
            <pc:docMk/>
            <pc:sldMk cId="0" sldId="285"/>
            <ac:spMk id="3" creationId="{00000000-0000-0000-0000-000000000000}"/>
          </ac:spMkLst>
        </pc:spChg>
      </pc:sldChg>
      <pc:sldChg chg="addSp delSp modSp add del mod chgLayout">
        <pc:chgData name="Ramiro Rego Álvarez" userId="f03bea09-59f9-4099-99e9-a1c5df4e87e8" providerId="ADAL" clId="{A707F61F-0443-44D0-9605-3287C54E0FFD}" dt="2025-11-13T21:50:13.496" v="1120" actId="20577"/>
        <pc:sldMkLst>
          <pc:docMk/>
          <pc:sldMk cId="0" sldId="287"/>
        </pc:sldMkLst>
        <pc:spChg chg="mod ord">
          <ac:chgData name="Ramiro Rego Álvarez" userId="f03bea09-59f9-4099-99e9-a1c5df4e87e8" providerId="ADAL" clId="{A707F61F-0443-44D0-9605-3287C54E0FFD}" dt="2025-11-13T21:50:13.496" v="1120" actId="20577"/>
          <ac:spMkLst>
            <pc:docMk/>
            <pc:sldMk cId="0" sldId="287"/>
            <ac:spMk id="3" creationId="{00000000-0000-0000-0000-000000000000}"/>
          </ac:spMkLst>
        </pc:spChg>
      </pc:sldChg>
      <pc:sldChg chg="modSp mod">
        <pc:chgData name="Ramiro Rego Álvarez" userId="f03bea09-59f9-4099-99e9-a1c5df4e87e8" providerId="ADAL" clId="{A707F61F-0443-44D0-9605-3287C54E0FFD}" dt="2025-12-09T09:57:19.335" v="1208" actId="20577"/>
        <pc:sldMkLst>
          <pc:docMk/>
          <pc:sldMk cId="0" sldId="289"/>
        </pc:sldMkLst>
        <pc:spChg chg="mod">
          <ac:chgData name="Ramiro Rego Álvarez" userId="f03bea09-59f9-4099-99e9-a1c5df4e87e8" providerId="ADAL" clId="{A707F61F-0443-44D0-9605-3287C54E0FFD}" dt="2025-12-09T09:57:19.335" v="1208" actId="20577"/>
          <ac:spMkLst>
            <pc:docMk/>
            <pc:sldMk cId="0" sldId="289"/>
            <ac:spMk id="3" creationId="{00000000-0000-0000-0000-000000000000}"/>
          </ac:spMkLst>
        </pc:spChg>
      </pc:sldChg>
      <pc:sldChg chg="modSp mod">
        <pc:chgData name="Ramiro Rego Álvarez" userId="f03bea09-59f9-4099-99e9-a1c5df4e87e8" providerId="ADAL" clId="{A707F61F-0443-44D0-9605-3287C54E0FFD}" dt="2025-12-10T20:09:09.458" v="1263" actId="20577"/>
        <pc:sldMkLst>
          <pc:docMk/>
          <pc:sldMk cId="0" sldId="307"/>
        </pc:sldMkLst>
        <pc:spChg chg="mod">
          <ac:chgData name="Ramiro Rego Álvarez" userId="f03bea09-59f9-4099-99e9-a1c5df4e87e8" providerId="ADAL" clId="{A707F61F-0443-44D0-9605-3287C54E0FFD}" dt="2025-12-10T20:09:09.458" v="1263" actId="20577"/>
          <ac:spMkLst>
            <pc:docMk/>
            <pc:sldMk cId="0" sldId="307"/>
            <ac:spMk id="3" creationId="{00000000-0000-0000-0000-000000000000}"/>
          </ac:spMkLst>
        </pc:spChg>
      </pc:sldChg>
      <pc:sldChg chg="modSp mod">
        <pc:chgData name="Ramiro Rego Álvarez" userId="f03bea09-59f9-4099-99e9-a1c5df4e87e8" providerId="ADAL" clId="{A707F61F-0443-44D0-9605-3287C54E0FFD}" dt="2025-12-10T20:05:28.726" v="1249" actId="20577"/>
        <pc:sldMkLst>
          <pc:docMk/>
          <pc:sldMk cId="0" sldId="310"/>
        </pc:sldMkLst>
        <pc:spChg chg="mod">
          <ac:chgData name="Ramiro Rego Álvarez" userId="f03bea09-59f9-4099-99e9-a1c5df4e87e8" providerId="ADAL" clId="{A707F61F-0443-44D0-9605-3287C54E0FFD}" dt="2025-12-10T20:05:28.726" v="1249" actId="20577"/>
          <ac:spMkLst>
            <pc:docMk/>
            <pc:sldMk cId="0" sldId="310"/>
            <ac:spMk id="3" creationId="{00000000-0000-0000-0000-000000000000}"/>
          </ac:spMkLst>
        </pc:spChg>
      </pc:sldChg>
      <pc:sldChg chg="addSp delSp modSp add del mod chgLayout">
        <pc:chgData name="Ramiro Rego Álvarez" userId="f03bea09-59f9-4099-99e9-a1c5df4e87e8" providerId="ADAL" clId="{A707F61F-0443-44D0-9605-3287C54E0FFD}" dt="2025-11-13T17:11:12.636" v="924" actId="20577"/>
        <pc:sldMkLst>
          <pc:docMk/>
          <pc:sldMk cId="0" sldId="312"/>
        </pc:sldMkLst>
        <pc:spChg chg="mod ord">
          <ac:chgData name="Ramiro Rego Álvarez" userId="f03bea09-59f9-4099-99e9-a1c5df4e87e8" providerId="ADAL" clId="{A707F61F-0443-44D0-9605-3287C54E0FFD}" dt="2025-11-13T17:11:12.636" v="924" actId="20577"/>
          <ac:spMkLst>
            <pc:docMk/>
            <pc:sldMk cId="0" sldId="312"/>
            <ac:spMk id="3" creationId="{00000000-0000-0000-0000-000000000000}"/>
          </ac:spMkLst>
        </pc:spChg>
      </pc:sldChg>
      <pc:sldChg chg="ord">
        <pc:chgData name="Ramiro Rego Álvarez" userId="f03bea09-59f9-4099-99e9-a1c5df4e87e8" providerId="ADAL" clId="{A707F61F-0443-44D0-9605-3287C54E0FFD}" dt="2025-12-10T20:34:29.479" v="1285"/>
        <pc:sldMkLst>
          <pc:docMk/>
          <pc:sldMk cId="3504481941" sldId="371"/>
        </pc:sldMkLst>
      </pc:sldChg>
      <pc:sldChg chg="modSp add mod">
        <pc:chgData name="Ramiro Rego Álvarez" userId="f03bea09-59f9-4099-99e9-a1c5df4e87e8" providerId="ADAL" clId="{A707F61F-0443-44D0-9605-3287C54E0FFD}" dt="2025-11-19T00:09:26.068" v="1194" actId="20577"/>
        <pc:sldMkLst>
          <pc:docMk/>
          <pc:sldMk cId="0" sldId="372"/>
        </pc:sldMkLst>
        <pc:spChg chg="mod">
          <ac:chgData name="Ramiro Rego Álvarez" userId="f03bea09-59f9-4099-99e9-a1c5df4e87e8" providerId="ADAL" clId="{A707F61F-0443-44D0-9605-3287C54E0FFD}" dt="2025-11-19T00:09:26.068" v="1194" actId="20577"/>
          <ac:spMkLst>
            <pc:docMk/>
            <pc:sldMk cId="0" sldId="372"/>
            <ac:spMk id="3" creationId="{00000000-0000-0000-0000-000000000000}"/>
          </ac:spMkLst>
        </pc:spChg>
      </pc:sldChg>
      <pc:sldChg chg="modSp mod">
        <pc:chgData name="Ramiro Rego Álvarez" userId="f03bea09-59f9-4099-99e9-a1c5df4e87e8" providerId="ADAL" clId="{A707F61F-0443-44D0-9605-3287C54E0FFD}" dt="2025-12-09T09:58:24.692" v="1245" actId="20577"/>
        <pc:sldMkLst>
          <pc:docMk/>
          <pc:sldMk cId="3551383476" sldId="395"/>
        </pc:sldMkLst>
        <pc:spChg chg="mod">
          <ac:chgData name="Ramiro Rego Álvarez" userId="f03bea09-59f9-4099-99e9-a1c5df4e87e8" providerId="ADAL" clId="{A707F61F-0443-44D0-9605-3287C54E0FFD}" dt="2025-12-09T09:58:24.692" v="1245" actId="20577"/>
          <ac:spMkLst>
            <pc:docMk/>
            <pc:sldMk cId="3551383476" sldId="395"/>
            <ac:spMk id="2" creationId="{00000000-0000-0000-0000-000000000000}"/>
          </ac:spMkLst>
        </pc:spChg>
        <pc:spChg chg="mod">
          <ac:chgData name="Ramiro Rego Álvarez" userId="f03bea09-59f9-4099-99e9-a1c5df4e87e8" providerId="ADAL" clId="{A707F61F-0443-44D0-9605-3287C54E0FFD}" dt="2025-12-09T09:58:21.615" v="1244" actId="6549"/>
          <ac:spMkLst>
            <pc:docMk/>
            <pc:sldMk cId="3551383476" sldId="395"/>
            <ac:spMk id="3" creationId="{00000000-0000-0000-0000-000000000000}"/>
          </ac:spMkLst>
        </pc:spChg>
      </pc:sldChg>
      <pc:sldChg chg="modSp add mod">
        <pc:chgData name="Ramiro Rego Álvarez" userId="f03bea09-59f9-4099-99e9-a1c5df4e87e8" providerId="ADAL" clId="{A707F61F-0443-44D0-9605-3287C54E0FFD}" dt="2025-11-13T21:47:55.950" v="1080" actId="20577"/>
        <pc:sldMkLst>
          <pc:docMk/>
          <pc:sldMk cId="2447296670" sldId="399"/>
        </pc:sldMkLst>
        <pc:spChg chg="mod">
          <ac:chgData name="Ramiro Rego Álvarez" userId="f03bea09-59f9-4099-99e9-a1c5df4e87e8" providerId="ADAL" clId="{A707F61F-0443-44D0-9605-3287C54E0FFD}" dt="2025-11-13T21:47:53.387" v="1078" actId="21"/>
          <ac:spMkLst>
            <pc:docMk/>
            <pc:sldMk cId="2447296670" sldId="399"/>
            <ac:spMk id="2" creationId="{00000000-0000-0000-0000-000000000000}"/>
          </ac:spMkLst>
        </pc:spChg>
        <pc:spChg chg="mod">
          <ac:chgData name="Ramiro Rego Álvarez" userId="f03bea09-59f9-4099-99e9-a1c5df4e87e8" providerId="ADAL" clId="{A707F61F-0443-44D0-9605-3287C54E0FFD}" dt="2025-11-13T21:47:55.950" v="1080" actId="20577"/>
          <ac:spMkLst>
            <pc:docMk/>
            <pc:sldMk cId="2447296670" sldId="399"/>
            <ac:spMk id="3" creationId="{00000000-0000-0000-0000-000000000000}"/>
          </ac:spMkLst>
        </pc:spChg>
      </pc:sldChg>
      <pc:sldChg chg="modSp add mod">
        <pc:chgData name="Ramiro Rego Álvarez" userId="f03bea09-59f9-4099-99e9-a1c5df4e87e8" providerId="ADAL" clId="{A707F61F-0443-44D0-9605-3287C54E0FFD}" dt="2025-11-13T21:50:06.200" v="1110" actId="20577"/>
        <pc:sldMkLst>
          <pc:docMk/>
          <pc:sldMk cId="1171818062" sldId="403"/>
        </pc:sldMkLst>
        <pc:spChg chg="mod">
          <ac:chgData name="Ramiro Rego Álvarez" userId="f03bea09-59f9-4099-99e9-a1c5df4e87e8" providerId="ADAL" clId="{A707F61F-0443-44D0-9605-3287C54E0FFD}" dt="2025-11-13T21:50:06.200" v="1110" actId="20577"/>
          <ac:spMkLst>
            <pc:docMk/>
            <pc:sldMk cId="1171818062" sldId="403"/>
            <ac:spMk id="3" creationId="{00000000-0000-0000-0000-000000000000}"/>
          </ac:spMkLst>
        </pc:spChg>
      </pc:sldChg>
      <pc:sldChg chg="modSp mod">
        <pc:chgData name="Ramiro Rego Álvarez" userId="f03bea09-59f9-4099-99e9-a1c5df4e87e8" providerId="ADAL" clId="{A707F61F-0443-44D0-9605-3287C54E0FFD}" dt="2025-12-09T09:57:29.693" v="1220" actId="20577"/>
        <pc:sldMkLst>
          <pc:docMk/>
          <pc:sldMk cId="389265540" sldId="405"/>
        </pc:sldMkLst>
        <pc:spChg chg="mod">
          <ac:chgData name="Ramiro Rego Álvarez" userId="f03bea09-59f9-4099-99e9-a1c5df4e87e8" providerId="ADAL" clId="{A707F61F-0443-44D0-9605-3287C54E0FFD}" dt="2025-12-09T09:57:29.693" v="1220" actId="20577"/>
          <ac:spMkLst>
            <pc:docMk/>
            <pc:sldMk cId="389265540" sldId="405"/>
            <ac:spMk id="3" creationId="{00000000-0000-0000-0000-000000000000}"/>
          </ac:spMkLst>
        </pc:spChg>
      </pc:sldChg>
      <pc:sldChg chg="modSp mod">
        <pc:chgData name="Ramiro Rego Álvarez" userId="f03bea09-59f9-4099-99e9-a1c5df4e87e8" providerId="ADAL" clId="{A707F61F-0443-44D0-9605-3287C54E0FFD}" dt="2025-12-10T20:09:18.439" v="1275" actId="20577"/>
        <pc:sldMkLst>
          <pc:docMk/>
          <pc:sldMk cId="992325953" sldId="423"/>
        </pc:sldMkLst>
        <pc:spChg chg="mod">
          <ac:chgData name="Ramiro Rego Álvarez" userId="f03bea09-59f9-4099-99e9-a1c5df4e87e8" providerId="ADAL" clId="{A707F61F-0443-44D0-9605-3287C54E0FFD}" dt="2025-12-10T20:09:18.439" v="1275" actId="20577"/>
          <ac:spMkLst>
            <pc:docMk/>
            <pc:sldMk cId="992325953" sldId="423"/>
            <ac:spMk id="3" creationId="{00000000-0000-0000-0000-000000000000}"/>
          </ac:spMkLst>
        </pc:spChg>
      </pc:sldChg>
      <pc:sldChg chg="modSp mod">
        <pc:chgData name="Ramiro Rego Álvarez" userId="f03bea09-59f9-4099-99e9-a1c5df4e87e8" providerId="ADAL" clId="{A707F61F-0443-44D0-9605-3287C54E0FFD}" dt="2025-12-10T20:03:50.029" v="1246" actId="20577"/>
        <pc:sldMkLst>
          <pc:docMk/>
          <pc:sldMk cId="2663871992" sldId="426"/>
        </pc:sldMkLst>
        <pc:spChg chg="mod">
          <ac:chgData name="Ramiro Rego Álvarez" userId="f03bea09-59f9-4099-99e9-a1c5df4e87e8" providerId="ADAL" clId="{A707F61F-0443-44D0-9605-3287C54E0FFD}" dt="2025-12-10T20:03:50.029" v="1246" actId="20577"/>
          <ac:spMkLst>
            <pc:docMk/>
            <pc:sldMk cId="2663871992" sldId="426"/>
            <ac:spMk id="3" creationId="{00000000-0000-0000-0000-000000000000}"/>
          </ac:spMkLst>
        </pc:spChg>
      </pc:sldChg>
      <pc:sldChg chg="addSp delSp modSp add mod">
        <pc:chgData name="Ramiro Rego Álvarez" userId="f03bea09-59f9-4099-99e9-a1c5df4e87e8" providerId="ADAL" clId="{A707F61F-0443-44D0-9605-3287C54E0FFD}" dt="2025-11-13T11:53:42.080" v="559" actId="20577"/>
        <pc:sldMkLst>
          <pc:docMk/>
          <pc:sldMk cId="4151438863" sldId="436"/>
        </pc:sldMkLst>
        <pc:spChg chg="mod">
          <ac:chgData name="Ramiro Rego Álvarez" userId="f03bea09-59f9-4099-99e9-a1c5df4e87e8" providerId="ADAL" clId="{A707F61F-0443-44D0-9605-3287C54E0FFD}" dt="2025-11-13T11:53:18.956" v="544"/>
          <ac:spMkLst>
            <pc:docMk/>
            <pc:sldMk cId="4151438863" sldId="436"/>
            <ac:spMk id="2" creationId="{49E231DF-8541-2E20-5EDC-2557A40D438D}"/>
          </ac:spMkLst>
        </pc:spChg>
        <pc:spChg chg="add del mod">
          <ac:chgData name="Ramiro Rego Álvarez" userId="f03bea09-59f9-4099-99e9-a1c5df4e87e8" providerId="ADAL" clId="{A707F61F-0443-44D0-9605-3287C54E0FFD}" dt="2025-11-13T11:53:42.080" v="559" actId="20577"/>
          <ac:spMkLst>
            <pc:docMk/>
            <pc:sldMk cId="4151438863" sldId="436"/>
            <ac:spMk id="3" creationId="{3C7AD02A-166F-C720-8DF6-3C580E2A2C98}"/>
          </ac:spMkLst>
        </pc:spChg>
      </pc:sldChg>
      <pc:sldChg chg="modSp add mod">
        <pc:chgData name="Ramiro Rego Álvarez" userId="f03bea09-59f9-4099-99e9-a1c5df4e87e8" providerId="ADAL" clId="{A707F61F-0443-44D0-9605-3287C54E0FFD}" dt="2025-11-13T11:53:52.997" v="562" actId="113"/>
        <pc:sldMkLst>
          <pc:docMk/>
          <pc:sldMk cId="2585798038" sldId="437"/>
        </pc:sldMkLst>
        <pc:spChg chg="mod">
          <ac:chgData name="Ramiro Rego Álvarez" userId="f03bea09-59f9-4099-99e9-a1c5df4e87e8" providerId="ADAL" clId="{A707F61F-0443-44D0-9605-3287C54E0FFD}" dt="2025-11-13T11:53:52.997" v="562" actId="113"/>
          <ac:spMkLst>
            <pc:docMk/>
            <pc:sldMk cId="2585798038" sldId="437"/>
            <ac:spMk id="3" creationId="{39EED99B-3DE9-C5F1-2843-AE4EF4150ECD}"/>
          </ac:spMkLst>
        </pc:spChg>
      </pc:sldChg>
      <pc:sldChg chg="modSp add mod ord">
        <pc:chgData name="Ramiro Rego Álvarez" userId="f03bea09-59f9-4099-99e9-a1c5df4e87e8" providerId="ADAL" clId="{A707F61F-0443-44D0-9605-3287C54E0FFD}" dt="2025-11-13T11:56:39.970" v="579"/>
        <pc:sldMkLst>
          <pc:docMk/>
          <pc:sldMk cId="2814983018" sldId="438"/>
        </pc:sldMkLst>
        <pc:spChg chg="mod">
          <ac:chgData name="Ramiro Rego Álvarez" userId="f03bea09-59f9-4099-99e9-a1c5df4e87e8" providerId="ADAL" clId="{A707F61F-0443-44D0-9605-3287C54E0FFD}" dt="2025-11-13T11:54:34.165" v="566" actId="20577"/>
          <ac:spMkLst>
            <pc:docMk/>
            <pc:sldMk cId="2814983018" sldId="438"/>
            <ac:spMk id="2" creationId="{E349D0EF-B600-607F-7050-7E6F36191DBB}"/>
          </ac:spMkLst>
        </pc:spChg>
        <pc:spChg chg="mod">
          <ac:chgData name="Ramiro Rego Álvarez" userId="f03bea09-59f9-4099-99e9-a1c5df4e87e8" providerId="ADAL" clId="{A707F61F-0443-44D0-9605-3287C54E0FFD}" dt="2025-11-13T11:55:02.525" v="575" actId="20577"/>
          <ac:spMkLst>
            <pc:docMk/>
            <pc:sldMk cId="2814983018" sldId="438"/>
            <ac:spMk id="3" creationId="{837078AA-F02C-10F9-B590-D9F733E314D2}"/>
          </ac:spMkLst>
        </pc:spChg>
      </pc:sldChg>
      <pc:sldChg chg="modSp add mod">
        <pc:chgData name="Ramiro Rego Álvarez" userId="f03bea09-59f9-4099-99e9-a1c5df4e87e8" providerId="ADAL" clId="{A707F61F-0443-44D0-9605-3287C54E0FFD}" dt="2025-11-13T11:55:12.290" v="577" actId="113"/>
        <pc:sldMkLst>
          <pc:docMk/>
          <pc:sldMk cId="967275483" sldId="439"/>
        </pc:sldMkLst>
        <pc:spChg chg="mod">
          <ac:chgData name="Ramiro Rego Álvarez" userId="f03bea09-59f9-4099-99e9-a1c5df4e87e8" providerId="ADAL" clId="{A707F61F-0443-44D0-9605-3287C54E0FFD}" dt="2025-11-13T11:55:12.290" v="577" actId="113"/>
          <ac:spMkLst>
            <pc:docMk/>
            <pc:sldMk cId="967275483" sldId="439"/>
            <ac:spMk id="3" creationId="{837078AA-F02C-10F9-B590-D9F733E314D2}"/>
          </ac:spMkLst>
        </pc:spChg>
      </pc:sldChg>
      <pc:sldChg chg="addSp modSp add mod">
        <pc:chgData name="Ramiro Rego Álvarez" userId="f03bea09-59f9-4099-99e9-a1c5df4e87e8" providerId="ADAL" clId="{A707F61F-0443-44D0-9605-3287C54E0FFD}" dt="2025-11-13T14:05:13.917" v="687" actId="20577"/>
        <pc:sldMkLst>
          <pc:docMk/>
          <pc:sldMk cId="547579671" sldId="440"/>
        </pc:sldMkLst>
        <pc:spChg chg="mod">
          <ac:chgData name="Ramiro Rego Álvarez" userId="f03bea09-59f9-4099-99e9-a1c5df4e87e8" providerId="ADAL" clId="{A707F61F-0443-44D0-9605-3287C54E0FFD}" dt="2025-11-13T14:05:13.917" v="687" actId="20577"/>
          <ac:spMkLst>
            <pc:docMk/>
            <pc:sldMk cId="547579671" sldId="440"/>
            <ac:spMk id="2" creationId="{E349D0EF-B600-607F-7050-7E6F36191DBB}"/>
          </ac:spMkLst>
        </pc:spChg>
        <pc:spChg chg="mod">
          <ac:chgData name="Ramiro Rego Álvarez" userId="f03bea09-59f9-4099-99e9-a1c5df4e87e8" providerId="ADAL" clId="{A707F61F-0443-44D0-9605-3287C54E0FFD}" dt="2025-11-13T11:57:47.764" v="593" actId="20577"/>
          <ac:spMkLst>
            <pc:docMk/>
            <pc:sldMk cId="547579671" sldId="440"/>
            <ac:spMk id="3" creationId="{837078AA-F02C-10F9-B590-D9F733E314D2}"/>
          </ac:spMkLst>
        </pc:spChg>
      </pc:sldChg>
      <pc:sldChg chg="modSp add mod">
        <pc:chgData name="Ramiro Rego Álvarez" userId="f03bea09-59f9-4099-99e9-a1c5df4e87e8" providerId="ADAL" clId="{A707F61F-0443-44D0-9605-3287C54E0FFD}" dt="2025-11-13T11:58:01.345" v="595" actId="113"/>
        <pc:sldMkLst>
          <pc:docMk/>
          <pc:sldMk cId="3807970533" sldId="441"/>
        </pc:sldMkLst>
        <pc:spChg chg="mod">
          <ac:chgData name="Ramiro Rego Álvarez" userId="f03bea09-59f9-4099-99e9-a1c5df4e87e8" providerId="ADAL" clId="{A707F61F-0443-44D0-9605-3287C54E0FFD}" dt="2025-11-13T11:58:01.345" v="595" actId="113"/>
          <ac:spMkLst>
            <pc:docMk/>
            <pc:sldMk cId="3807970533" sldId="441"/>
            <ac:spMk id="3" creationId="{837078AA-F02C-10F9-B590-D9F733E314D2}"/>
          </ac:spMkLst>
        </pc:spChg>
      </pc:sldChg>
      <pc:sldChg chg="addSp modSp add mod">
        <pc:chgData name="Ramiro Rego Álvarez" userId="f03bea09-59f9-4099-99e9-a1c5df4e87e8" providerId="ADAL" clId="{A707F61F-0443-44D0-9605-3287C54E0FFD}" dt="2025-12-10T22:41:13.043" v="1545" actId="113"/>
        <pc:sldMkLst>
          <pc:docMk/>
          <pc:sldMk cId="556492579" sldId="442"/>
        </pc:sldMkLst>
        <pc:spChg chg="mod">
          <ac:chgData name="Ramiro Rego Álvarez" userId="f03bea09-59f9-4099-99e9-a1c5df4e87e8" providerId="ADAL" clId="{A707F61F-0443-44D0-9605-3287C54E0FFD}" dt="2025-12-10T22:40:06.759" v="1489" actId="20577"/>
          <ac:spMkLst>
            <pc:docMk/>
            <pc:sldMk cId="556492579" sldId="442"/>
            <ac:spMk id="2" creationId="{E349D0EF-B600-607F-7050-7E6F36191DBB}"/>
          </ac:spMkLst>
        </pc:spChg>
        <pc:spChg chg="mod">
          <ac:chgData name="Ramiro Rego Álvarez" userId="f03bea09-59f9-4099-99e9-a1c5df4e87e8" providerId="ADAL" clId="{A707F61F-0443-44D0-9605-3287C54E0FFD}" dt="2025-12-10T22:41:13.043" v="1545" actId="113"/>
          <ac:spMkLst>
            <pc:docMk/>
            <pc:sldMk cId="556492579" sldId="442"/>
            <ac:spMk id="3" creationId="{837078AA-F02C-10F9-B590-D9F733E314D2}"/>
          </ac:spMkLst>
        </pc:spChg>
      </pc:sldChg>
      <pc:sldChg chg="modSp add mod">
        <pc:chgData name="Ramiro Rego Álvarez" userId="f03bea09-59f9-4099-99e9-a1c5df4e87e8" providerId="ADAL" clId="{A707F61F-0443-44D0-9605-3287C54E0FFD}" dt="2025-11-13T12:01:19.810" v="634" actId="20577"/>
        <pc:sldMkLst>
          <pc:docMk/>
          <pc:sldMk cId="609486891" sldId="443"/>
        </pc:sldMkLst>
        <pc:spChg chg="mod">
          <ac:chgData name="Ramiro Rego Álvarez" userId="f03bea09-59f9-4099-99e9-a1c5df4e87e8" providerId="ADAL" clId="{A707F61F-0443-44D0-9605-3287C54E0FFD}" dt="2025-11-13T12:01:07.162" v="632" actId="20577"/>
          <ac:spMkLst>
            <pc:docMk/>
            <pc:sldMk cId="609486891" sldId="443"/>
            <ac:spMk id="2" creationId="{14C70857-55EF-7641-C497-205551B05FB2}"/>
          </ac:spMkLst>
        </pc:spChg>
        <pc:spChg chg="mod">
          <ac:chgData name="Ramiro Rego Álvarez" userId="f03bea09-59f9-4099-99e9-a1c5df4e87e8" providerId="ADAL" clId="{A707F61F-0443-44D0-9605-3287C54E0FFD}" dt="2025-11-13T12:01:19.810" v="634" actId="20577"/>
          <ac:spMkLst>
            <pc:docMk/>
            <pc:sldMk cId="609486891" sldId="443"/>
            <ac:spMk id="3" creationId="{A6063AC4-00C5-2F65-E15C-43404EE24987}"/>
          </ac:spMkLst>
        </pc:spChg>
      </pc:sldChg>
      <pc:sldChg chg="modSp add mod">
        <pc:chgData name="Ramiro Rego Álvarez" userId="f03bea09-59f9-4099-99e9-a1c5df4e87e8" providerId="ADAL" clId="{A707F61F-0443-44D0-9605-3287C54E0FFD}" dt="2025-11-13T12:05:52.270" v="649" actId="113"/>
        <pc:sldMkLst>
          <pc:docMk/>
          <pc:sldMk cId="3660493876" sldId="444"/>
        </pc:sldMkLst>
        <pc:spChg chg="mod">
          <ac:chgData name="Ramiro Rego Álvarez" userId="f03bea09-59f9-4099-99e9-a1c5df4e87e8" providerId="ADAL" clId="{A707F61F-0443-44D0-9605-3287C54E0FFD}" dt="2025-11-13T12:05:28.966" v="645"/>
          <ac:spMkLst>
            <pc:docMk/>
            <pc:sldMk cId="3660493876" sldId="444"/>
            <ac:spMk id="2" creationId="{06D30F4C-CD2E-3024-B8CF-4F245C065386}"/>
          </ac:spMkLst>
        </pc:spChg>
        <pc:spChg chg="mod">
          <ac:chgData name="Ramiro Rego Álvarez" userId="f03bea09-59f9-4099-99e9-a1c5df4e87e8" providerId="ADAL" clId="{A707F61F-0443-44D0-9605-3287C54E0FFD}" dt="2025-11-13T12:05:52.270" v="649" actId="113"/>
          <ac:spMkLst>
            <pc:docMk/>
            <pc:sldMk cId="3660493876" sldId="444"/>
            <ac:spMk id="3" creationId="{9BB708F4-E51A-428E-5EA8-BAA7613D7638}"/>
          </ac:spMkLst>
        </pc:spChg>
      </pc:sldChg>
      <pc:sldChg chg="modSp add mod">
        <pc:chgData name="Ramiro Rego Álvarez" userId="f03bea09-59f9-4099-99e9-a1c5df4e87e8" providerId="ADAL" clId="{A707F61F-0443-44D0-9605-3287C54E0FFD}" dt="2025-11-13T12:07:17.995" v="676" actId="5793"/>
        <pc:sldMkLst>
          <pc:docMk/>
          <pc:sldMk cId="985654175" sldId="445"/>
        </pc:sldMkLst>
        <pc:spChg chg="mod">
          <ac:chgData name="Ramiro Rego Álvarez" userId="f03bea09-59f9-4099-99e9-a1c5df4e87e8" providerId="ADAL" clId="{A707F61F-0443-44D0-9605-3287C54E0FFD}" dt="2025-11-13T12:06:58.332" v="672" actId="20577"/>
          <ac:spMkLst>
            <pc:docMk/>
            <pc:sldMk cId="985654175" sldId="445"/>
            <ac:spMk id="2" creationId="{3D203C6F-A80B-C55D-4BA8-E0EFB1E484E2}"/>
          </ac:spMkLst>
        </pc:spChg>
        <pc:spChg chg="mod">
          <ac:chgData name="Ramiro Rego Álvarez" userId="f03bea09-59f9-4099-99e9-a1c5df4e87e8" providerId="ADAL" clId="{A707F61F-0443-44D0-9605-3287C54E0FFD}" dt="2025-11-13T12:07:17.995" v="676" actId="5793"/>
          <ac:spMkLst>
            <pc:docMk/>
            <pc:sldMk cId="985654175" sldId="445"/>
            <ac:spMk id="3" creationId="{73E01A58-41A5-1ECC-9CD6-F34A87275ED4}"/>
          </ac:spMkLst>
        </pc:spChg>
      </pc:sldChg>
      <pc:sldChg chg="modSp add mod">
        <pc:chgData name="Ramiro Rego Álvarez" userId="f03bea09-59f9-4099-99e9-a1c5df4e87e8" providerId="ADAL" clId="{A707F61F-0443-44D0-9605-3287C54E0FFD}" dt="2025-11-13T14:04:04.680" v="683" actId="20577"/>
        <pc:sldMkLst>
          <pc:docMk/>
          <pc:sldMk cId="2455921077" sldId="446"/>
        </pc:sldMkLst>
        <pc:spChg chg="mod">
          <ac:chgData name="Ramiro Rego Álvarez" userId="f03bea09-59f9-4099-99e9-a1c5df4e87e8" providerId="ADAL" clId="{A707F61F-0443-44D0-9605-3287C54E0FFD}" dt="2025-11-13T14:03:50.470" v="681"/>
          <ac:spMkLst>
            <pc:docMk/>
            <pc:sldMk cId="2455921077" sldId="446"/>
            <ac:spMk id="2" creationId="{CC729F73-CE7C-EE36-A645-A1BB50112227}"/>
          </ac:spMkLst>
        </pc:spChg>
        <pc:spChg chg="mod">
          <ac:chgData name="Ramiro Rego Álvarez" userId="f03bea09-59f9-4099-99e9-a1c5df4e87e8" providerId="ADAL" clId="{A707F61F-0443-44D0-9605-3287C54E0FFD}" dt="2025-11-13T14:04:04.680" v="683" actId="20577"/>
          <ac:spMkLst>
            <pc:docMk/>
            <pc:sldMk cId="2455921077" sldId="446"/>
            <ac:spMk id="3" creationId="{4C967550-BB51-B181-F382-2F2F19F0A4EE}"/>
          </ac:spMkLst>
        </pc:spChg>
      </pc:sldChg>
      <pc:sldChg chg="modSp add mod">
        <pc:chgData name="Ramiro Rego Álvarez" userId="f03bea09-59f9-4099-99e9-a1c5df4e87e8" providerId="ADAL" clId="{A707F61F-0443-44D0-9605-3287C54E0FFD}" dt="2025-11-13T14:05:55.402" v="694" actId="27636"/>
        <pc:sldMkLst>
          <pc:docMk/>
          <pc:sldMk cId="1955889071" sldId="447"/>
        </pc:sldMkLst>
        <pc:spChg chg="mod">
          <ac:chgData name="Ramiro Rego Álvarez" userId="f03bea09-59f9-4099-99e9-a1c5df4e87e8" providerId="ADAL" clId="{A707F61F-0443-44D0-9605-3287C54E0FFD}" dt="2025-11-13T14:05:41.488" v="690"/>
          <ac:spMkLst>
            <pc:docMk/>
            <pc:sldMk cId="1955889071" sldId="447"/>
            <ac:spMk id="2" creationId="{6CED4332-DEB2-507B-48C1-AF6E9E846FFF}"/>
          </ac:spMkLst>
        </pc:spChg>
        <pc:spChg chg="mod">
          <ac:chgData name="Ramiro Rego Álvarez" userId="f03bea09-59f9-4099-99e9-a1c5df4e87e8" providerId="ADAL" clId="{A707F61F-0443-44D0-9605-3287C54E0FFD}" dt="2025-11-13T14:05:55.402" v="694" actId="27636"/>
          <ac:spMkLst>
            <pc:docMk/>
            <pc:sldMk cId="1955889071" sldId="447"/>
            <ac:spMk id="3" creationId="{BF70FA50-3E6B-0C71-39D0-AF9A21B85D85}"/>
          </ac:spMkLst>
        </pc:spChg>
      </pc:sldChg>
      <pc:sldChg chg="addSp delSp modSp add mod">
        <pc:chgData name="Ramiro Rego Álvarez" userId="f03bea09-59f9-4099-99e9-a1c5df4e87e8" providerId="ADAL" clId="{A707F61F-0443-44D0-9605-3287C54E0FFD}" dt="2025-11-13T15:31:39.524" v="706" actId="20577"/>
        <pc:sldMkLst>
          <pc:docMk/>
          <pc:sldMk cId="2355467689" sldId="448"/>
        </pc:sldMkLst>
        <pc:spChg chg="mod">
          <ac:chgData name="Ramiro Rego Álvarez" userId="f03bea09-59f9-4099-99e9-a1c5df4e87e8" providerId="ADAL" clId="{A707F61F-0443-44D0-9605-3287C54E0FFD}" dt="2025-11-13T15:31:21.922" v="702"/>
          <ac:spMkLst>
            <pc:docMk/>
            <pc:sldMk cId="2355467689" sldId="448"/>
            <ac:spMk id="2" creationId="{D0BE463B-8C5B-79F2-0F90-549E198F8E25}"/>
          </ac:spMkLst>
        </pc:spChg>
        <pc:spChg chg="add del mod">
          <ac:chgData name="Ramiro Rego Álvarez" userId="f03bea09-59f9-4099-99e9-a1c5df4e87e8" providerId="ADAL" clId="{A707F61F-0443-44D0-9605-3287C54E0FFD}" dt="2025-11-13T15:31:39.524" v="706" actId="20577"/>
          <ac:spMkLst>
            <pc:docMk/>
            <pc:sldMk cId="2355467689" sldId="448"/>
            <ac:spMk id="3" creationId="{7B55DD38-D630-93AC-CDA8-2CC9CC4295AE}"/>
          </ac:spMkLst>
        </pc:spChg>
      </pc:sldChg>
      <pc:sldChg chg="modSp add mod">
        <pc:chgData name="Ramiro Rego Álvarez" userId="f03bea09-59f9-4099-99e9-a1c5df4e87e8" providerId="ADAL" clId="{A707F61F-0443-44D0-9605-3287C54E0FFD}" dt="2025-11-13T15:37:22.889" v="714"/>
        <pc:sldMkLst>
          <pc:docMk/>
          <pc:sldMk cId="1034852345" sldId="449"/>
        </pc:sldMkLst>
        <pc:spChg chg="mod">
          <ac:chgData name="Ramiro Rego Álvarez" userId="f03bea09-59f9-4099-99e9-a1c5df4e87e8" providerId="ADAL" clId="{A707F61F-0443-44D0-9605-3287C54E0FFD}" dt="2025-11-13T15:34:43.429" v="713"/>
          <ac:spMkLst>
            <pc:docMk/>
            <pc:sldMk cId="1034852345" sldId="449"/>
            <ac:spMk id="2" creationId="{B076F456-F2E3-6AFC-2841-C0EE2D8B4AB6}"/>
          </ac:spMkLst>
        </pc:spChg>
        <pc:spChg chg="mod">
          <ac:chgData name="Ramiro Rego Álvarez" userId="f03bea09-59f9-4099-99e9-a1c5df4e87e8" providerId="ADAL" clId="{A707F61F-0443-44D0-9605-3287C54E0FFD}" dt="2025-11-13T15:37:22.889" v="714"/>
          <ac:spMkLst>
            <pc:docMk/>
            <pc:sldMk cId="1034852345" sldId="449"/>
            <ac:spMk id="3" creationId="{28062873-5D18-368C-02AA-15AF5C332E5E}"/>
          </ac:spMkLst>
        </pc:spChg>
      </pc:sldChg>
      <pc:sldChg chg="modSp add mod">
        <pc:chgData name="Ramiro Rego Álvarez" userId="f03bea09-59f9-4099-99e9-a1c5df4e87e8" providerId="ADAL" clId="{A707F61F-0443-44D0-9605-3287C54E0FFD}" dt="2025-11-13T15:38:33.463" v="723" actId="113"/>
        <pc:sldMkLst>
          <pc:docMk/>
          <pc:sldMk cId="2243060493" sldId="450"/>
        </pc:sldMkLst>
        <pc:spChg chg="mod">
          <ac:chgData name="Ramiro Rego Álvarez" userId="f03bea09-59f9-4099-99e9-a1c5df4e87e8" providerId="ADAL" clId="{A707F61F-0443-44D0-9605-3287C54E0FFD}" dt="2025-11-13T15:38:01.105" v="719"/>
          <ac:spMkLst>
            <pc:docMk/>
            <pc:sldMk cId="2243060493" sldId="450"/>
            <ac:spMk id="2" creationId="{3095FD93-993B-3D36-C4EE-FCE12B66CABE}"/>
          </ac:spMkLst>
        </pc:spChg>
        <pc:spChg chg="mod">
          <ac:chgData name="Ramiro Rego Álvarez" userId="f03bea09-59f9-4099-99e9-a1c5df4e87e8" providerId="ADAL" clId="{A707F61F-0443-44D0-9605-3287C54E0FFD}" dt="2025-11-13T15:38:33.463" v="723" actId="113"/>
          <ac:spMkLst>
            <pc:docMk/>
            <pc:sldMk cId="2243060493" sldId="450"/>
            <ac:spMk id="3" creationId="{DFDB9DA0-FA64-CDFA-FE14-A97A5A678CE5}"/>
          </ac:spMkLst>
        </pc:spChg>
      </pc:sldChg>
      <pc:sldChg chg="addSp delSp modSp add mod">
        <pc:chgData name="Ramiro Rego Álvarez" userId="f03bea09-59f9-4099-99e9-a1c5df4e87e8" providerId="ADAL" clId="{A707F61F-0443-44D0-9605-3287C54E0FFD}" dt="2025-11-13T15:39:23.514" v="736" actId="113"/>
        <pc:sldMkLst>
          <pc:docMk/>
          <pc:sldMk cId="2798022699" sldId="451"/>
        </pc:sldMkLst>
        <pc:spChg chg="mod">
          <ac:chgData name="Ramiro Rego Álvarez" userId="f03bea09-59f9-4099-99e9-a1c5df4e87e8" providerId="ADAL" clId="{A707F61F-0443-44D0-9605-3287C54E0FFD}" dt="2025-11-13T15:38:59.424" v="729" actId="20577"/>
          <ac:spMkLst>
            <pc:docMk/>
            <pc:sldMk cId="2798022699" sldId="451"/>
            <ac:spMk id="2" creationId="{46A82276-B882-0871-1423-83D0811C3701}"/>
          </ac:spMkLst>
        </pc:spChg>
        <pc:spChg chg="add del mod">
          <ac:chgData name="Ramiro Rego Álvarez" userId="f03bea09-59f9-4099-99e9-a1c5df4e87e8" providerId="ADAL" clId="{A707F61F-0443-44D0-9605-3287C54E0FFD}" dt="2025-11-13T15:39:23.514" v="736" actId="113"/>
          <ac:spMkLst>
            <pc:docMk/>
            <pc:sldMk cId="2798022699" sldId="451"/>
            <ac:spMk id="3" creationId="{9A6CF68E-6AB7-3436-5CCA-52F5E2524C8A}"/>
          </ac:spMkLst>
        </pc:spChg>
      </pc:sldChg>
      <pc:sldChg chg="addSp delSp modSp add del mod">
        <pc:chgData name="Ramiro Rego Álvarez" userId="f03bea09-59f9-4099-99e9-a1c5df4e87e8" providerId="ADAL" clId="{A707F61F-0443-44D0-9605-3287C54E0FFD}" dt="2025-11-13T22:38:29.600" v="1191" actId="113"/>
        <pc:sldMkLst>
          <pc:docMk/>
          <pc:sldMk cId="2653736508" sldId="452"/>
        </pc:sldMkLst>
        <pc:spChg chg="mod">
          <ac:chgData name="Ramiro Rego Álvarez" userId="f03bea09-59f9-4099-99e9-a1c5df4e87e8" providerId="ADAL" clId="{A707F61F-0443-44D0-9605-3287C54E0FFD}" dt="2025-11-13T22:38:09.447" v="1187"/>
          <ac:spMkLst>
            <pc:docMk/>
            <pc:sldMk cId="2653736508" sldId="452"/>
            <ac:spMk id="2" creationId="{1F1C788A-47E4-E11D-85E0-731C75960702}"/>
          </ac:spMkLst>
        </pc:spChg>
        <pc:spChg chg="add del mod">
          <ac:chgData name="Ramiro Rego Álvarez" userId="f03bea09-59f9-4099-99e9-a1c5df4e87e8" providerId="ADAL" clId="{A707F61F-0443-44D0-9605-3287C54E0FFD}" dt="2025-11-13T22:38:29.600" v="1191" actId="113"/>
          <ac:spMkLst>
            <pc:docMk/>
            <pc:sldMk cId="2653736508" sldId="452"/>
            <ac:spMk id="3" creationId="{2557C43C-3D41-0309-2433-DE85071154D9}"/>
          </ac:spMkLst>
        </pc:spChg>
      </pc:sldChg>
      <pc:sldChg chg="modSp add mod ord">
        <pc:chgData name="Ramiro Rego Álvarez" userId="f03bea09-59f9-4099-99e9-a1c5df4e87e8" providerId="ADAL" clId="{A707F61F-0443-44D0-9605-3287C54E0FFD}" dt="2025-11-13T12:01:32.660" v="638"/>
        <pc:sldMkLst>
          <pc:docMk/>
          <pc:sldMk cId="1727141564" sldId="453"/>
        </pc:sldMkLst>
        <pc:spChg chg="mod">
          <ac:chgData name="Ramiro Rego Álvarez" userId="f03bea09-59f9-4099-99e9-a1c5df4e87e8" providerId="ADAL" clId="{A707F61F-0443-44D0-9605-3287C54E0FFD}" dt="2025-11-13T12:01:27.934" v="636" actId="113"/>
          <ac:spMkLst>
            <pc:docMk/>
            <pc:sldMk cId="1727141564" sldId="453"/>
            <ac:spMk id="3" creationId="{A6063AC4-00C5-2F65-E15C-43404EE24987}"/>
          </ac:spMkLst>
        </pc:spChg>
      </pc:sldChg>
      <pc:sldChg chg="add">
        <pc:chgData name="Ramiro Rego Álvarez" userId="f03bea09-59f9-4099-99e9-a1c5df4e87e8" providerId="ADAL" clId="{A707F61F-0443-44D0-9605-3287C54E0FFD}" dt="2025-11-13T12:05:46.980" v="648"/>
        <pc:sldMkLst>
          <pc:docMk/>
          <pc:sldMk cId="2371245658" sldId="454"/>
        </pc:sldMkLst>
      </pc:sldChg>
      <pc:sldChg chg="modSp add mod">
        <pc:chgData name="Ramiro Rego Álvarez" userId="f03bea09-59f9-4099-99e9-a1c5df4e87e8" providerId="ADAL" clId="{A707F61F-0443-44D0-9605-3287C54E0FFD}" dt="2025-11-13T12:07:31.001" v="678" actId="113"/>
        <pc:sldMkLst>
          <pc:docMk/>
          <pc:sldMk cId="2942263418" sldId="455"/>
        </pc:sldMkLst>
        <pc:spChg chg="mod">
          <ac:chgData name="Ramiro Rego Álvarez" userId="f03bea09-59f9-4099-99e9-a1c5df4e87e8" providerId="ADAL" clId="{A707F61F-0443-44D0-9605-3287C54E0FFD}" dt="2025-11-13T12:07:31.001" v="678" actId="113"/>
          <ac:spMkLst>
            <pc:docMk/>
            <pc:sldMk cId="2942263418" sldId="455"/>
            <ac:spMk id="3" creationId="{73E01A58-41A5-1ECC-9CD6-F34A87275ED4}"/>
          </ac:spMkLst>
        </pc:spChg>
      </pc:sldChg>
      <pc:sldChg chg="modSp add mod">
        <pc:chgData name="Ramiro Rego Álvarez" userId="f03bea09-59f9-4099-99e9-a1c5df4e87e8" providerId="ADAL" clId="{A707F61F-0443-44D0-9605-3287C54E0FFD}" dt="2025-11-13T14:04:15.039" v="685" actId="113"/>
        <pc:sldMkLst>
          <pc:docMk/>
          <pc:sldMk cId="2698840488" sldId="456"/>
        </pc:sldMkLst>
        <pc:spChg chg="mod">
          <ac:chgData name="Ramiro Rego Álvarez" userId="f03bea09-59f9-4099-99e9-a1c5df4e87e8" providerId="ADAL" clId="{A707F61F-0443-44D0-9605-3287C54E0FFD}" dt="2025-11-13T14:04:15.039" v="685" actId="113"/>
          <ac:spMkLst>
            <pc:docMk/>
            <pc:sldMk cId="2698840488" sldId="456"/>
            <ac:spMk id="3" creationId="{4C967550-BB51-B181-F382-2F2F19F0A4EE}"/>
          </ac:spMkLst>
        </pc:spChg>
      </pc:sldChg>
      <pc:sldChg chg="modSp add mod">
        <pc:chgData name="Ramiro Rego Álvarez" userId="f03bea09-59f9-4099-99e9-a1c5df4e87e8" providerId="ADAL" clId="{A707F61F-0443-44D0-9605-3287C54E0FFD}" dt="2025-11-13T14:10:40.669" v="696" actId="113"/>
        <pc:sldMkLst>
          <pc:docMk/>
          <pc:sldMk cId="1108464457" sldId="457"/>
        </pc:sldMkLst>
        <pc:spChg chg="mod">
          <ac:chgData name="Ramiro Rego Álvarez" userId="f03bea09-59f9-4099-99e9-a1c5df4e87e8" providerId="ADAL" clId="{A707F61F-0443-44D0-9605-3287C54E0FFD}" dt="2025-11-13T14:10:40.669" v="696" actId="113"/>
          <ac:spMkLst>
            <pc:docMk/>
            <pc:sldMk cId="1108464457" sldId="457"/>
            <ac:spMk id="3" creationId="{BF70FA50-3E6B-0C71-39D0-AF9A21B85D85}"/>
          </ac:spMkLst>
        </pc:spChg>
      </pc:sldChg>
      <pc:sldChg chg="modSp add mod">
        <pc:chgData name="Ramiro Rego Álvarez" userId="f03bea09-59f9-4099-99e9-a1c5df4e87e8" providerId="ADAL" clId="{A707F61F-0443-44D0-9605-3287C54E0FFD}" dt="2025-11-13T15:31:48.235" v="708" actId="113"/>
        <pc:sldMkLst>
          <pc:docMk/>
          <pc:sldMk cId="2607194313" sldId="458"/>
        </pc:sldMkLst>
        <pc:spChg chg="mod">
          <ac:chgData name="Ramiro Rego Álvarez" userId="f03bea09-59f9-4099-99e9-a1c5df4e87e8" providerId="ADAL" clId="{A707F61F-0443-44D0-9605-3287C54E0FFD}" dt="2025-11-13T15:31:48.235" v="708" actId="113"/>
          <ac:spMkLst>
            <pc:docMk/>
            <pc:sldMk cId="2607194313" sldId="458"/>
            <ac:spMk id="3" creationId="{7B55DD38-D630-93AC-CDA8-2CC9CC4295AE}"/>
          </ac:spMkLst>
        </pc:spChg>
      </pc:sldChg>
      <pc:sldChg chg="modSp add mod">
        <pc:chgData name="Ramiro Rego Álvarez" userId="f03bea09-59f9-4099-99e9-a1c5df4e87e8" providerId="ADAL" clId="{A707F61F-0443-44D0-9605-3287C54E0FFD}" dt="2025-11-13T15:37:30.933" v="716" actId="113"/>
        <pc:sldMkLst>
          <pc:docMk/>
          <pc:sldMk cId="3977327062" sldId="459"/>
        </pc:sldMkLst>
        <pc:spChg chg="mod">
          <ac:chgData name="Ramiro Rego Álvarez" userId="f03bea09-59f9-4099-99e9-a1c5df4e87e8" providerId="ADAL" clId="{A707F61F-0443-44D0-9605-3287C54E0FFD}" dt="2025-11-13T15:37:30.933" v="716" actId="113"/>
          <ac:spMkLst>
            <pc:docMk/>
            <pc:sldMk cId="3977327062" sldId="459"/>
            <ac:spMk id="3" creationId="{28062873-5D18-368C-02AA-15AF5C332E5E}"/>
          </ac:spMkLst>
        </pc:spChg>
      </pc:sldChg>
      <pc:sldChg chg="modSp add mod">
        <pc:chgData name="Ramiro Rego Álvarez" userId="f03bea09-59f9-4099-99e9-a1c5df4e87e8" providerId="ADAL" clId="{A707F61F-0443-44D0-9605-3287C54E0FFD}" dt="2025-11-13T15:38:37.867" v="725" actId="113"/>
        <pc:sldMkLst>
          <pc:docMk/>
          <pc:sldMk cId="1664529602" sldId="460"/>
        </pc:sldMkLst>
        <pc:spChg chg="mod">
          <ac:chgData name="Ramiro Rego Álvarez" userId="f03bea09-59f9-4099-99e9-a1c5df4e87e8" providerId="ADAL" clId="{A707F61F-0443-44D0-9605-3287C54E0FFD}" dt="2025-11-13T15:38:37.867" v="725" actId="113"/>
          <ac:spMkLst>
            <pc:docMk/>
            <pc:sldMk cId="1664529602" sldId="460"/>
            <ac:spMk id="3" creationId="{DFDB9DA0-FA64-CDFA-FE14-A97A5A678CE5}"/>
          </ac:spMkLst>
        </pc:spChg>
      </pc:sldChg>
      <pc:sldChg chg="modSp add mod">
        <pc:chgData name="Ramiro Rego Álvarez" userId="f03bea09-59f9-4099-99e9-a1c5df4e87e8" providerId="ADAL" clId="{A707F61F-0443-44D0-9605-3287C54E0FFD}" dt="2025-12-10T22:37:46.344" v="1477" actId="20577"/>
        <pc:sldMkLst>
          <pc:docMk/>
          <pc:sldMk cId="77948480" sldId="461"/>
        </pc:sldMkLst>
        <pc:spChg chg="mod">
          <ac:chgData name="Ramiro Rego Álvarez" userId="f03bea09-59f9-4099-99e9-a1c5df4e87e8" providerId="ADAL" clId="{A707F61F-0443-44D0-9605-3287C54E0FFD}" dt="2025-12-10T22:37:46.344" v="1477" actId="20577"/>
          <ac:spMkLst>
            <pc:docMk/>
            <pc:sldMk cId="77948480" sldId="461"/>
            <ac:spMk id="2" creationId="{1F1C788A-47E4-E11D-85E0-731C75960702}"/>
          </ac:spMkLst>
        </pc:spChg>
      </pc:sldChg>
      <pc:sldChg chg="modSp add del mod">
        <pc:chgData name="Ramiro Rego Álvarez" userId="f03bea09-59f9-4099-99e9-a1c5df4e87e8" providerId="ADAL" clId="{A707F61F-0443-44D0-9605-3287C54E0FFD}" dt="2025-12-10T22:37:29.699" v="1473" actId="2696"/>
        <pc:sldMkLst>
          <pc:docMk/>
          <pc:sldMk cId="2682044914" sldId="461"/>
        </pc:sldMkLst>
      </pc:sldChg>
      <pc:sldChg chg="add del">
        <pc:chgData name="Ramiro Rego Álvarez" userId="f03bea09-59f9-4099-99e9-a1c5df4e87e8" providerId="ADAL" clId="{A707F61F-0443-44D0-9605-3287C54E0FFD}" dt="2025-12-10T22:37:02.719" v="1471"/>
        <pc:sldMkLst>
          <pc:docMk/>
          <pc:sldMk cId="3054361822" sldId="462"/>
        </pc:sldMkLst>
      </pc:sldChg>
      <pc:sldChg chg="addSp delSp modSp add del mod">
        <pc:chgData name="Ramiro Rego Álvarez" userId="f03bea09-59f9-4099-99e9-a1c5df4e87e8" providerId="ADAL" clId="{A707F61F-0443-44D0-9605-3287C54E0FFD}" dt="2025-12-10T22:37:03.583" v="1472" actId="2696"/>
        <pc:sldMkLst>
          <pc:docMk/>
          <pc:sldMk cId="3260656862" sldId="462"/>
        </pc:sldMkLst>
      </pc:sldChg>
      <pc:sldChg chg="addSp delSp modSp add mod">
        <pc:chgData name="Ramiro Rego Álvarez" userId="f03bea09-59f9-4099-99e9-a1c5df4e87e8" providerId="ADAL" clId="{A707F61F-0443-44D0-9605-3287C54E0FFD}" dt="2025-11-13T15:43:50.878" v="781"/>
        <pc:sldMkLst>
          <pc:docMk/>
          <pc:sldMk cId="3170845615" sldId="463"/>
        </pc:sldMkLst>
        <pc:spChg chg="mod">
          <ac:chgData name="Ramiro Rego Álvarez" userId="f03bea09-59f9-4099-99e9-a1c5df4e87e8" providerId="ADAL" clId="{A707F61F-0443-44D0-9605-3287C54E0FFD}" dt="2025-11-13T15:43:26.096" v="773"/>
          <ac:spMkLst>
            <pc:docMk/>
            <pc:sldMk cId="3170845615" sldId="463"/>
            <ac:spMk id="2" creationId="{1F1C788A-47E4-E11D-85E0-731C75960702}"/>
          </ac:spMkLst>
        </pc:spChg>
        <pc:spChg chg="add del mod">
          <ac:chgData name="Ramiro Rego Álvarez" userId="f03bea09-59f9-4099-99e9-a1c5df4e87e8" providerId="ADAL" clId="{A707F61F-0443-44D0-9605-3287C54E0FFD}" dt="2025-11-13T15:43:50.878" v="781"/>
          <ac:spMkLst>
            <pc:docMk/>
            <pc:sldMk cId="3170845615" sldId="463"/>
            <ac:spMk id="3" creationId="{2557C43C-3D41-0309-2433-DE85071154D9}"/>
          </ac:spMkLst>
        </pc:spChg>
      </pc:sldChg>
      <pc:sldChg chg="addSp delSp modSp add mod">
        <pc:chgData name="Ramiro Rego Álvarez" userId="f03bea09-59f9-4099-99e9-a1c5df4e87e8" providerId="ADAL" clId="{A707F61F-0443-44D0-9605-3287C54E0FFD}" dt="2025-11-13T15:46:54.313" v="795" actId="113"/>
        <pc:sldMkLst>
          <pc:docMk/>
          <pc:sldMk cId="2778133281" sldId="464"/>
        </pc:sldMkLst>
        <pc:spChg chg="mod">
          <ac:chgData name="Ramiro Rego Álvarez" userId="f03bea09-59f9-4099-99e9-a1c5df4e87e8" providerId="ADAL" clId="{A707F61F-0443-44D0-9605-3287C54E0FFD}" dt="2025-11-13T15:44:12.742" v="788"/>
          <ac:spMkLst>
            <pc:docMk/>
            <pc:sldMk cId="2778133281" sldId="464"/>
            <ac:spMk id="2" creationId="{1F1C788A-47E4-E11D-85E0-731C75960702}"/>
          </ac:spMkLst>
        </pc:spChg>
        <pc:spChg chg="add del mod">
          <ac:chgData name="Ramiro Rego Álvarez" userId="f03bea09-59f9-4099-99e9-a1c5df4e87e8" providerId="ADAL" clId="{A707F61F-0443-44D0-9605-3287C54E0FFD}" dt="2025-11-13T15:46:54.313" v="795" actId="113"/>
          <ac:spMkLst>
            <pc:docMk/>
            <pc:sldMk cId="2778133281" sldId="464"/>
            <ac:spMk id="3" creationId="{2557C43C-3D41-0309-2433-DE85071154D9}"/>
          </ac:spMkLst>
        </pc:spChg>
      </pc:sldChg>
      <pc:sldChg chg="modSp add mod">
        <pc:chgData name="Ramiro Rego Álvarez" userId="f03bea09-59f9-4099-99e9-a1c5df4e87e8" providerId="ADAL" clId="{A707F61F-0443-44D0-9605-3287C54E0FFD}" dt="2025-11-13T15:47:41.250" v="802" actId="20577"/>
        <pc:sldMkLst>
          <pc:docMk/>
          <pc:sldMk cId="1732802236" sldId="465"/>
        </pc:sldMkLst>
        <pc:spChg chg="mod">
          <ac:chgData name="Ramiro Rego Álvarez" userId="f03bea09-59f9-4099-99e9-a1c5df4e87e8" providerId="ADAL" clId="{A707F61F-0443-44D0-9605-3287C54E0FFD}" dt="2025-11-13T15:47:17.630" v="800"/>
          <ac:spMkLst>
            <pc:docMk/>
            <pc:sldMk cId="1732802236" sldId="465"/>
            <ac:spMk id="2" creationId="{1F1C788A-47E4-E11D-85E0-731C75960702}"/>
          </ac:spMkLst>
        </pc:spChg>
        <pc:spChg chg="mod">
          <ac:chgData name="Ramiro Rego Álvarez" userId="f03bea09-59f9-4099-99e9-a1c5df4e87e8" providerId="ADAL" clId="{A707F61F-0443-44D0-9605-3287C54E0FFD}" dt="2025-11-13T15:47:41.250" v="802" actId="20577"/>
          <ac:spMkLst>
            <pc:docMk/>
            <pc:sldMk cId="1732802236" sldId="465"/>
            <ac:spMk id="3" creationId="{2557C43C-3D41-0309-2433-DE85071154D9}"/>
          </ac:spMkLst>
        </pc:spChg>
      </pc:sldChg>
      <pc:sldChg chg="addSp delSp modSp add mod">
        <pc:chgData name="Ramiro Rego Álvarez" userId="f03bea09-59f9-4099-99e9-a1c5df4e87e8" providerId="ADAL" clId="{A707F61F-0443-44D0-9605-3287C54E0FFD}" dt="2025-11-13T15:49:16.900" v="815" actId="113"/>
        <pc:sldMkLst>
          <pc:docMk/>
          <pc:sldMk cId="1321967190" sldId="466"/>
        </pc:sldMkLst>
        <pc:spChg chg="mod">
          <ac:chgData name="Ramiro Rego Álvarez" userId="f03bea09-59f9-4099-99e9-a1c5df4e87e8" providerId="ADAL" clId="{A707F61F-0443-44D0-9605-3287C54E0FFD}" dt="2025-11-13T15:48:49.916" v="809"/>
          <ac:spMkLst>
            <pc:docMk/>
            <pc:sldMk cId="1321967190" sldId="466"/>
            <ac:spMk id="2" creationId="{1F1C788A-47E4-E11D-85E0-731C75960702}"/>
          </ac:spMkLst>
        </pc:spChg>
        <pc:spChg chg="add del mod">
          <ac:chgData name="Ramiro Rego Álvarez" userId="f03bea09-59f9-4099-99e9-a1c5df4e87e8" providerId="ADAL" clId="{A707F61F-0443-44D0-9605-3287C54E0FFD}" dt="2025-11-13T15:49:16.900" v="815" actId="113"/>
          <ac:spMkLst>
            <pc:docMk/>
            <pc:sldMk cId="1321967190" sldId="466"/>
            <ac:spMk id="3" creationId="{2557C43C-3D41-0309-2433-DE85071154D9}"/>
          </ac:spMkLst>
        </pc:spChg>
      </pc:sldChg>
      <pc:sldChg chg="addSp delSp modSp add mod">
        <pc:chgData name="Ramiro Rego Álvarez" userId="f03bea09-59f9-4099-99e9-a1c5df4e87e8" providerId="ADAL" clId="{A707F61F-0443-44D0-9605-3287C54E0FFD}" dt="2025-11-13T15:56:04.837" v="831" actId="113"/>
        <pc:sldMkLst>
          <pc:docMk/>
          <pc:sldMk cId="1613894959" sldId="467"/>
        </pc:sldMkLst>
        <pc:spChg chg="mod">
          <ac:chgData name="Ramiro Rego Álvarez" userId="f03bea09-59f9-4099-99e9-a1c5df4e87e8" providerId="ADAL" clId="{A707F61F-0443-44D0-9605-3287C54E0FFD}" dt="2025-11-13T15:55:32.380" v="825"/>
          <ac:spMkLst>
            <pc:docMk/>
            <pc:sldMk cId="1613894959" sldId="467"/>
            <ac:spMk id="2" creationId="{1F1C788A-47E4-E11D-85E0-731C75960702}"/>
          </ac:spMkLst>
        </pc:spChg>
        <pc:spChg chg="add del mod">
          <ac:chgData name="Ramiro Rego Álvarez" userId="f03bea09-59f9-4099-99e9-a1c5df4e87e8" providerId="ADAL" clId="{A707F61F-0443-44D0-9605-3287C54E0FFD}" dt="2025-11-13T15:56:04.837" v="831" actId="113"/>
          <ac:spMkLst>
            <pc:docMk/>
            <pc:sldMk cId="1613894959" sldId="467"/>
            <ac:spMk id="3" creationId="{2557C43C-3D41-0309-2433-DE85071154D9}"/>
          </ac:spMkLst>
        </pc:spChg>
      </pc:sldChg>
      <pc:sldChg chg="modSp add del mod">
        <pc:chgData name="Ramiro Rego Álvarez" userId="f03bea09-59f9-4099-99e9-a1c5df4e87e8" providerId="ADAL" clId="{A707F61F-0443-44D0-9605-3287C54E0FFD}" dt="2025-12-10T22:37:02.719" v="1471"/>
        <pc:sldMkLst>
          <pc:docMk/>
          <pc:sldMk cId="384240100" sldId="468"/>
        </pc:sldMkLst>
        <pc:spChg chg="mod">
          <ac:chgData name="Ramiro Rego Álvarez" userId="f03bea09-59f9-4099-99e9-a1c5df4e87e8" providerId="ADAL" clId="{A707F61F-0443-44D0-9605-3287C54E0FFD}" dt="2025-12-10T22:37:02.346" v="1470" actId="20577"/>
          <ac:spMkLst>
            <pc:docMk/>
            <pc:sldMk cId="384240100" sldId="468"/>
            <ac:spMk id="2" creationId="{1F1C788A-47E4-E11D-85E0-731C75960702}"/>
          </ac:spMkLst>
        </pc:spChg>
      </pc:sldChg>
      <pc:sldChg chg="modSp add mod">
        <pc:chgData name="Ramiro Rego Álvarez" userId="f03bea09-59f9-4099-99e9-a1c5df4e87e8" providerId="ADAL" clId="{A707F61F-0443-44D0-9605-3287C54E0FFD}" dt="2025-12-10T22:37:51.942" v="1480" actId="20577"/>
        <pc:sldMkLst>
          <pc:docMk/>
          <pc:sldMk cId="1957674090" sldId="468"/>
        </pc:sldMkLst>
        <pc:spChg chg="mod">
          <ac:chgData name="Ramiro Rego Álvarez" userId="f03bea09-59f9-4099-99e9-a1c5df4e87e8" providerId="ADAL" clId="{A707F61F-0443-44D0-9605-3287C54E0FFD}" dt="2025-12-10T22:37:51.942" v="1480" actId="20577"/>
          <ac:spMkLst>
            <pc:docMk/>
            <pc:sldMk cId="1957674090" sldId="468"/>
            <ac:spMk id="2" creationId="{1F1C788A-47E4-E11D-85E0-731C75960702}"/>
          </ac:spMkLst>
        </pc:spChg>
      </pc:sldChg>
      <pc:sldChg chg="modSp add del mod">
        <pc:chgData name="Ramiro Rego Álvarez" userId="f03bea09-59f9-4099-99e9-a1c5df4e87e8" providerId="ADAL" clId="{A707F61F-0443-44D0-9605-3287C54E0FFD}" dt="2025-12-10T22:37:29.699" v="1473" actId="2696"/>
        <pc:sldMkLst>
          <pc:docMk/>
          <pc:sldMk cId="3886846341" sldId="468"/>
        </pc:sldMkLst>
      </pc:sldChg>
      <pc:sldChg chg="modSp add mod ord">
        <pc:chgData name="Ramiro Rego Álvarez" userId="f03bea09-59f9-4099-99e9-a1c5df4e87e8" providerId="ADAL" clId="{A707F61F-0443-44D0-9605-3287C54E0FFD}" dt="2025-11-13T15:40:38.774" v="755" actId="113"/>
        <pc:sldMkLst>
          <pc:docMk/>
          <pc:sldMk cId="868148937" sldId="469"/>
        </pc:sldMkLst>
        <pc:spChg chg="mod">
          <ac:chgData name="Ramiro Rego Álvarez" userId="f03bea09-59f9-4099-99e9-a1c5df4e87e8" providerId="ADAL" clId="{A707F61F-0443-44D0-9605-3287C54E0FFD}" dt="2025-11-13T15:40:38.774" v="755" actId="113"/>
          <ac:spMkLst>
            <pc:docMk/>
            <pc:sldMk cId="868148937" sldId="469"/>
            <ac:spMk id="3" creationId="{9A6CF68E-6AB7-3436-5CCA-52F5E2524C8A}"/>
          </ac:spMkLst>
        </pc:spChg>
      </pc:sldChg>
      <pc:sldChg chg="modSp add mod">
        <pc:chgData name="Ramiro Rego Álvarez" userId="f03bea09-59f9-4099-99e9-a1c5df4e87e8" providerId="ADAL" clId="{A707F61F-0443-44D0-9605-3287C54E0FFD}" dt="2025-11-13T15:43:09.067" v="768" actId="113"/>
        <pc:sldMkLst>
          <pc:docMk/>
          <pc:sldMk cId="1295868588" sldId="470"/>
        </pc:sldMkLst>
        <pc:spChg chg="mod">
          <ac:chgData name="Ramiro Rego Álvarez" userId="f03bea09-59f9-4099-99e9-a1c5df4e87e8" providerId="ADAL" clId="{A707F61F-0443-44D0-9605-3287C54E0FFD}" dt="2025-11-13T15:43:09.067" v="768" actId="113"/>
          <ac:spMkLst>
            <pc:docMk/>
            <pc:sldMk cId="1295868588" sldId="470"/>
            <ac:spMk id="3" creationId="{2557C43C-3D41-0309-2433-DE85071154D9}"/>
          </ac:spMkLst>
        </pc:spChg>
      </pc:sldChg>
      <pc:sldChg chg="modSp add mod">
        <pc:chgData name="Ramiro Rego Álvarez" userId="f03bea09-59f9-4099-99e9-a1c5df4e87e8" providerId="ADAL" clId="{A707F61F-0443-44D0-9605-3287C54E0FFD}" dt="2025-11-13T15:43:59.020" v="783" actId="113"/>
        <pc:sldMkLst>
          <pc:docMk/>
          <pc:sldMk cId="2942865144" sldId="471"/>
        </pc:sldMkLst>
        <pc:spChg chg="mod">
          <ac:chgData name="Ramiro Rego Álvarez" userId="f03bea09-59f9-4099-99e9-a1c5df4e87e8" providerId="ADAL" clId="{A707F61F-0443-44D0-9605-3287C54E0FFD}" dt="2025-11-13T15:43:59.020" v="783" actId="113"/>
          <ac:spMkLst>
            <pc:docMk/>
            <pc:sldMk cId="2942865144" sldId="471"/>
            <ac:spMk id="3" creationId="{2557C43C-3D41-0309-2433-DE85071154D9}"/>
          </ac:spMkLst>
        </pc:spChg>
      </pc:sldChg>
      <pc:sldChg chg="add">
        <pc:chgData name="Ramiro Rego Álvarez" userId="f03bea09-59f9-4099-99e9-a1c5df4e87e8" providerId="ADAL" clId="{A707F61F-0443-44D0-9605-3287C54E0FFD}" dt="2025-11-13T15:46:47.280" v="794"/>
        <pc:sldMkLst>
          <pc:docMk/>
          <pc:sldMk cId="2653514411" sldId="472"/>
        </pc:sldMkLst>
      </pc:sldChg>
      <pc:sldChg chg="modSp add mod">
        <pc:chgData name="Ramiro Rego Álvarez" userId="f03bea09-59f9-4099-99e9-a1c5df4e87e8" providerId="ADAL" clId="{A707F61F-0443-44D0-9605-3287C54E0FFD}" dt="2025-11-13T15:47:46.889" v="804" actId="113"/>
        <pc:sldMkLst>
          <pc:docMk/>
          <pc:sldMk cId="2022214579" sldId="473"/>
        </pc:sldMkLst>
        <pc:spChg chg="mod">
          <ac:chgData name="Ramiro Rego Álvarez" userId="f03bea09-59f9-4099-99e9-a1c5df4e87e8" providerId="ADAL" clId="{A707F61F-0443-44D0-9605-3287C54E0FFD}" dt="2025-11-13T15:47:46.889" v="804" actId="113"/>
          <ac:spMkLst>
            <pc:docMk/>
            <pc:sldMk cId="2022214579" sldId="473"/>
            <ac:spMk id="3" creationId="{2557C43C-3D41-0309-2433-DE85071154D9}"/>
          </ac:spMkLst>
        </pc:spChg>
      </pc:sldChg>
      <pc:sldChg chg="add">
        <pc:chgData name="Ramiro Rego Álvarez" userId="f03bea09-59f9-4099-99e9-a1c5df4e87e8" providerId="ADAL" clId="{A707F61F-0443-44D0-9605-3287C54E0FFD}" dt="2025-11-13T15:49:12.410" v="814"/>
        <pc:sldMkLst>
          <pc:docMk/>
          <pc:sldMk cId="3833961283" sldId="474"/>
        </pc:sldMkLst>
      </pc:sldChg>
      <pc:sldChg chg="modSp add mod">
        <pc:chgData name="Ramiro Rego Álvarez" userId="f03bea09-59f9-4099-99e9-a1c5df4e87e8" providerId="ADAL" clId="{A707F61F-0443-44D0-9605-3287C54E0FFD}" dt="2025-11-13T15:59:10.445" v="838"/>
        <pc:sldMkLst>
          <pc:docMk/>
          <pc:sldMk cId="568693033" sldId="475"/>
        </pc:sldMkLst>
        <pc:spChg chg="mod">
          <ac:chgData name="Ramiro Rego Álvarez" userId="f03bea09-59f9-4099-99e9-a1c5df4e87e8" providerId="ADAL" clId="{A707F61F-0443-44D0-9605-3287C54E0FFD}" dt="2025-11-13T15:56:31.950" v="837"/>
          <ac:spMkLst>
            <pc:docMk/>
            <pc:sldMk cId="568693033" sldId="475"/>
            <ac:spMk id="2" creationId="{1F1C788A-47E4-E11D-85E0-731C75960702}"/>
          </ac:spMkLst>
        </pc:spChg>
        <pc:spChg chg="mod">
          <ac:chgData name="Ramiro Rego Álvarez" userId="f03bea09-59f9-4099-99e9-a1c5df4e87e8" providerId="ADAL" clId="{A707F61F-0443-44D0-9605-3287C54E0FFD}" dt="2025-11-13T15:59:10.445" v="838"/>
          <ac:spMkLst>
            <pc:docMk/>
            <pc:sldMk cId="568693033" sldId="475"/>
            <ac:spMk id="3" creationId="{2557C43C-3D41-0309-2433-DE85071154D9}"/>
          </ac:spMkLst>
        </pc:spChg>
      </pc:sldChg>
      <pc:sldChg chg="addSp delSp modSp add mod">
        <pc:chgData name="Ramiro Rego Álvarez" userId="f03bea09-59f9-4099-99e9-a1c5df4e87e8" providerId="ADAL" clId="{A707F61F-0443-44D0-9605-3287C54E0FFD}" dt="2025-11-13T17:05:28.233" v="851" actId="113"/>
        <pc:sldMkLst>
          <pc:docMk/>
          <pc:sldMk cId="980520112" sldId="476"/>
        </pc:sldMkLst>
        <pc:spChg chg="mod">
          <ac:chgData name="Ramiro Rego Álvarez" userId="f03bea09-59f9-4099-99e9-a1c5df4e87e8" providerId="ADAL" clId="{A707F61F-0443-44D0-9605-3287C54E0FFD}" dt="2025-11-13T17:05:00.418" v="845"/>
          <ac:spMkLst>
            <pc:docMk/>
            <pc:sldMk cId="980520112" sldId="476"/>
            <ac:spMk id="2" creationId="{1F1C788A-47E4-E11D-85E0-731C75960702}"/>
          </ac:spMkLst>
        </pc:spChg>
        <pc:spChg chg="add del mod">
          <ac:chgData name="Ramiro Rego Álvarez" userId="f03bea09-59f9-4099-99e9-a1c5df4e87e8" providerId="ADAL" clId="{A707F61F-0443-44D0-9605-3287C54E0FFD}" dt="2025-11-13T17:05:28.233" v="851" actId="113"/>
          <ac:spMkLst>
            <pc:docMk/>
            <pc:sldMk cId="980520112" sldId="476"/>
            <ac:spMk id="3" creationId="{2557C43C-3D41-0309-2433-DE85071154D9}"/>
          </ac:spMkLst>
        </pc:spChg>
      </pc:sldChg>
      <pc:sldChg chg="addSp delSp modSp add mod">
        <pc:chgData name="Ramiro Rego Álvarez" userId="f03bea09-59f9-4099-99e9-a1c5df4e87e8" providerId="ADAL" clId="{A707F61F-0443-44D0-9605-3287C54E0FFD}" dt="2025-11-13T17:05:55.433" v="860" actId="20577"/>
        <pc:sldMkLst>
          <pc:docMk/>
          <pc:sldMk cId="3249277287" sldId="477"/>
        </pc:sldMkLst>
        <pc:spChg chg="mod">
          <ac:chgData name="Ramiro Rego Álvarez" userId="f03bea09-59f9-4099-99e9-a1c5df4e87e8" providerId="ADAL" clId="{A707F61F-0443-44D0-9605-3287C54E0FFD}" dt="2025-11-13T17:05:41.260" v="856"/>
          <ac:spMkLst>
            <pc:docMk/>
            <pc:sldMk cId="3249277287" sldId="477"/>
            <ac:spMk id="2" creationId="{1F1C788A-47E4-E11D-85E0-731C75960702}"/>
          </ac:spMkLst>
        </pc:spChg>
        <pc:spChg chg="add del mod">
          <ac:chgData name="Ramiro Rego Álvarez" userId="f03bea09-59f9-4099-99e9-a1c5df4e87e8" providerId="ADAL" clId="{A707F61F-0443-44D0-9605-3287C54E0FFD}" dt="2025-11-13T17:05:55.433" v="860" actId="20577"/>
          <ac:spMkLst>
            <pc:docMk/>
            <pc:sldMk cId="3249277287" sldId="477"/>
            <ac:spMk id="3" creationId="{2557C43C-3D41-0309-2433-DE85071154D9}"/>
          </ac:spMkLst>
        </pc:spChg>
      </pc:sldChg>
      <pc:sldChg chg="modSp add mod">
        <pc:chgData name="Ramiro Rego Álvarez" userId="f03bea09-59f9-4099-99e9-a1c5df4e87e8" providerId="ADAL" clId="{A707F61F-0443-44D0-9605-3287C54E0FFD}" dt="2025-11-13T17:06:55.885" v="868"/>
        <pc:sldMkLst>
          <pc:docMk/>
          <pc:sldMk cId="2788339463" sldId="478"/>
        </pc:sldMkLst>
        <pc:spChg chg="mod">
          <ac:chgData name="Ramiro Rego Álvarez" userId="f03bea09-59f9-4099-99e9-a1c5df4e87e8" providerId="ADAL" clId="{A707F61F-0443-44D0-9605-3287C54E0FFD}" dt="2025-11-13T17:06:37.292" v="867"/>
          <ac:spMkLst>
            <pc:docMk/>
            <pc:sldMk cId="2788339463" sldId="478"/>
            <ac:spMk id="2" creationId="{1F1C788A-47E4-E11D-85E0-731C75960702}"/>
          </ac:spMkLst>
        </pc:spChg>
        <pc:spChg chg="mod">
          <ac:chgData name="Ramiro Rego Álvarez" userId="f03bea09-59f9-4099-99e9-a1c5df4e87e8" providerId="ADAL" clId="{A707F61F-0443-44D0-9605-3287C54E0FFD}" dt="2025-11-13T17:06:55.885" v="868"/>
          <ac:spMkLst>
            <pc:docMk/>
            <pc:sldMk cId="2788339463" sldId="478"/>
            <ac:spMk id="3" creationId="{2557C43C-3D41-0309-2433-DE85071154D9}"/>
          </ac:spMkLst>
        </pc:spChg>
      </pc:sldChg>
      <pc:sldChg chg="addSp delSp modSp add mod">
        <pc:chgData name="Ramiro Rego Álvarez" userId="f03bea09-59f9-4099-99e9-a1c5df4e87e8" providerId="ADAL" clId="{A707F61F-0443-44D0-9605-3287C54E0FFD}" dt="2025-11-13T17:07:30.159" v="879" actId="20577"/>
        <pc:sldMkLst>
          <pc:docMk/>
          <pc:sldMk cId="3470036717" sldId="479"/>
        </pc:sldMkLst>
        <pc:spChg chg="mod">
          <ac:chgData name="Ramiro Rego Álvarez" userId="f03bea09-59f9-4099-99e9-a1c5df4e87e8" providerId="ADAL" clId="{A707F61F-0443-44D0-9605-3287C54E0FFD}" dt="2025-11-13T17:07:16.952" v="875"/>
          <ac:spMkLst>
            <pc:docMk/>
            <pc:sldMk cId="3470036717" sldId="479"/>
            <ac:spMk id="2" creationId="{1F1C788A-47E4-E11D-85E0-731C75960702}"/>
          </ac:spMkLst>
        </pc:spChg>
        <pc:spChg chg="add del mod">
          <ac:chgData name="Ramiro Rego Álvarez" userId="f03bea09-59f9-4099-99e9-a1c5df4e87e8" providerId="ADAL" clId="{A707F61F-0443-44D0-9605-3287C54E0FFD}" dt="2025-11-13T17:07:30.159" v="879" actId="20577"/>
          <ac:spMkLst>
            <pc:docMk/>
            <pc:sldMk cId="3470036717" sldId="479"/>
            <ac:spMk id="3" creationId="{2557C43C-3D41-0309-2433-DE85071154D9}"/>
          </ac:spMkLst>
        </pc:spChg>
      </pc:sldChg>
      <pc:sldChg chg="addSp delSp modSp add mod">
        <pc:chgData name="Ramiro Rego Álvarez" userId="f03bea09-59f9-4099-99e9-a1c5df4e87e8" providerId="ADAL" clId="{A707F61F-0443-44D0-9605-3287C54E0FFD}" dt="2025-11-13T17:08:07.236" v="889"/>
        <pc:sldMkLst>
          <pc:docMk/>
          <pc:sldMk cId="1710034630" sldId="480"/>
        </pc:sldMkLst>
        <pc:spChg chg="mod">
          <ac:chgData name="Ramiro Rego Álvarez" userId="f03bea09-59f9-4099-99e9-a1c5df4e87e8" providerId="ADAL" clId="{A707F61F-0443-44D0-9605-3287C54E0FFD}" dt="2025-11-13T17:07:55.889" v="886"/>
          <ac:spMkLst>
            <pc:docMk/>
            <pc:sldMk cId="1710034630" sldId="480"/>
            <ac:spMk id="2" creationId="{1F1C788A-47E4-E11D-85E0-731C75960702}"/>
          </ac:spMkLst>
        </pc:spChg>
        <pc:spChg chg="add del mod">
          <ac:chgData name="Ramiro Rego Álvarez" userId="f03bea09-59f9-4099-99e9-a1c5df4e87e8" providerId="ADAL" clId="{A707F61F-0443-44D0-9605-3287C54E0FFD}" dt="2025-11-13T17:08:07.236" v="889"/>
          <ac:spMkLst>
            <pc:docMk/>
            <pc:sldMk cId="1710034630" sldId="480"/>
            <ac:spMk id="3" creationId="{2557C43C-3D41-0309-2433-DE85071154D9}"/>
          </ac:spMkLst>
        </pc:spChg>
      </pc:sldChg>
      <pc:sldChg chg="addSp delSp modSp add mod">
        <pc:chgData name="Ramiro Rego Álvarez" userId="f03bea09-59f9-4099-99e9-a1c5df4e87e8" providerId="ADAL" clId="{A707F61F-0443-44D0-9605-3287C54E0FFD}" dt="2025-11-13T17:08:49.462" v="900" actId="20577"/>
        <pc:sldMkLst>
          <pc:docMk/>
          <pc:sldMk cId="2637438348" sldId="481"/>
        </pc:sldMkLst>
        <pc:spChg chg="mod">
          <ac:chgData name="Ramiro Rego Álvarez" userId="f03bea09-59f9-4099-99e9-a1c5df4e87e8" providerId="ADAL" clId="{A707F61F-0443-44D0-9605-3287C54E0FFD}" dt="2025-11-13T17:08:33.473" v="896"/>
          <ac:spMkLst>
            <pc:docMk/>
            <pc:sldMk cId="2637438348" sldId="481"/>
            <ac:spMk id="2" creationId="{1F1C788A-47E4-E11D-85E0-731C75960702}"/>
          </ac:spMkLst>
        </pc:spChg>
        <pc:spChg chg="add del mod">
          <ac:chgData name="Ramiro Rego Álvarez" userId="f03bea09-59f9-4099-99e9-a1c5df4e87e8" providerId="ADAL" clId="{A707F61F-0443-44D0-9605-3287C54E0FFD}" dt="2025-11-13T17:08:49.462" v="900" actId="20577"/>
          <ac:spMkLst>
            <pc:docMk/>
            <pc:sldMk cId="2637438348" sldId="481"/>
            <ac:spMk id="3" creationId="{2557C43C-3D41-0309-2433-DE85071154D9}"/>
          </ac:spMkLst>
        </pc:spChg>
      </pc:sldChg>
      <pc:sldChg chg="modSp add mod">
        <pc:chgData name="Ramiro Rego Álvarez" userId="f03bea09-59f9-4099-99e9-a1c5df4e87e8" providerId="ADAL" clId="{A707F61F-0443-44D0-9605-3287C54E0FFD}" dt="2025-11-13T17:09:28.044" v="910" actId="20577"/>
        <pc:sldMkLst>
          <pc:docMk/>
          <pc:sldMk cId="2537724619" sldId="482"/>
        </pc:sldMkLst>
        <pc:spChg chg="mod">
          <ac:chgData name="Ramiro Rego Álvarez" userId="f03bea09-59f9-4099-99e9-a1c5df4e87e8" providerId="ADAL" clId="{A707F61F-0443-44D0-9605-3287C54E0FFD}" dt="2025-11-13T17:09:14.435" v="908" actId="20577"/>
          <ac:spMkLst>
            <pc:docMk/>
            <pc:sldMk cId="2537724619" sldId="482"/>
            <ac:spMk id="2" creationId="{1F1C788A-47E4-E11D-85E0-731C75960702}"/>
          </ac:spMkLst>
        </pc:spChg>
        <pc:spChg chg="mod">
          <ac:chgData name="Ramiro Rego Álvarez" userId="f03bea09-59f9-4099-99e9-a1c5df4e87e8" providerId="ADAL" clId="{A707F61F-0443-44D0-9605-3287C54E0FFD}" dt="2025-11-13T17:09:28.044" v="910" actId="20577"/>
          <ac:spMkLst>
            <pc:docMk/>
            <pc:sldMk cId="2537724619" sldId="482"/>
            <ac:spMk id="3" creationId="{2557C43C-3D41-0309-2433-DE85071154D9}"/>
          </ac:spMkLst>
        </pc:spChg>
      </pc:sldChg>
      <pc:sldChg chg="modSp add mod">
        <pc:chgData name="Ramiro Rego Álvarez" userId="f03bea09-59f9-4099-99e9-a1c5df4e87e8" providerId="ADAL" clId="{A707F61F-0443-44D0-9605-3287C54E0FFD}" dt="2025-11-13T17:09:58.041" v="919" actId="20577"/>
        <pc:sldMkLst>
          <pc:docMk/>
          <pc:sldMk cId="4254127713" sldId="483"/>
        </pc:sldMkLst>
        <pc:spChg chg="mod">
          <ac:chgData name="Ramiro Rego Álvarez" userId="f03bea09-59f9-4099-99e9-a1c5df4e87e8" providerId="ADAL" clId="{A707F61F-0443-44D0-9605-3287C54E0FFD}" dt="2025-11-13T17:09:45.730" v="917"/>
          <ac:spMkLst>
            <pc:docMk/>
            <pc:sldMk cId="4254127713" sldId="483"/>
            <ac:spMk id="2" creationId="{1F1C788A-47E4-E11D-85E0-731C75960702}"/>
          </ac:spMkLst>
        </pc:spChg>
        <pc:spChg chg="mod">
          <ac:chgData name="Ramiro Rego Álvarez" userId="f03bea09-59f9-4099-99e9-a1c5df4e87e8" providerId="ADAL" clId="{A707F61F-0443-44D0-9605-3287C54E0FFD}" dt="2025-11-13T17:09:58.041" v="919" actId="20577"/>
          <ac:spMkLst>
            <pc:docMk/>
            <pc:sldMk cId="4254127713" sldId="483"/>
            <ac:spMk id="3" creationId="{2557C43C-3D41-0309-2433-DE85071154D9}"/>
          </ac:spMkLst>
        </pc:spChg>
      </pc:sldChg>
      <pc:sldChg chg="modSp add mod">
        <pc:chgData name="Ramiro Rego Álvarez" userId="f03bea09-59f9-4099-99e9-a1c5df4e87e8" providerId="ADAL" clId="{A707F61F-0443-44D0-9605-3287C54E0FFD}" dt="2025-12-10T22:39:19.675" v="1485" actId="20577"/>
        <pc:sldMkLst>
          <pc:docMk/>
          <pc:sldMk cId="550568320" sldId="484"/>
        </pc:sldMkLst>
        <pc:spChg chg="mod">
          <ac:chgData name="Ramiro Rego Álvarez" userId="f03bea09-59f9-4099-99e9-a1c5df4e87e8" providerId="ADAL" clId="{A707F61F-0443-44D0-9605-3287C54E0FFD}" dt="2025-12-10T22:39:19.675" v="1485" actId="20577"/>
          <ac:spMkLst>
            <pc:docMk/>
            <pc:sldMk cId="550568320" sldId="484"/>
            <ac:spMk id="2" creationId="{1F1C788A-47E4-E11D-85E0-731C75960702}"/>
          </ac:spMkLst>
        </pc:spChg>
      </pc:sldChg>
      <pc:sldChg chg="modSp add del mod">
        <pc:chgData name="Ramiro Rego Álvarez" userId="f03bea09-59f9-4099-99e9-a1c5df4e87e8" providerId="ADAL" clId="{A707F61F-0443-44D0-9605-3287C54E0FFD}" dt="2025-12-10T22:39:10.201" v="1481" actId="2696"/>
        <pc:sldMkLst>
          <pc:docMk/>
          <pc:sldMk cId="3768657430" sldId="484"/>
        </pc:sldMkLst>
      </pc:sldChg>
      <pc:sldChg chg="addSp delSp modSp add mod">
        <pc:chgData name="Ramiro Rego Álvarez" userId="f03bea09-59f9-4099-99e9-a1c5df4e87e8" providerId="ADAL" clId="{A707F61F-0443-44D0-9605-3287C54E0FFD}" dt="2025-11-13T17:18:19.512" v="950" actId="113"/>
        <pc:sldMkLst>
          <pc:docMk/>
          <pc:sldMk cId="4206816191" sldId="485"/>
        </pc:sldMkLst>
        <pc:spChg chg="mod">
          <ac:chgData name="Ramiro Rego Álvarez" userId="f03bea09-59f9-4099-99e9-a1c5df4e87e8" providerId="ADAL" clId="{A707F61F-0443-44D0-9605-3287C54E0FFD}" dt="2025-11-13T17:18:02.321" v="944"/>
          <ac:spMkLst>
            <pc:docMk/>
            <pc:sldMk cId="4206816191" sldId="485"/>
            <ac:spMk id="2" creationId="{1F1C788A-47E4-E11D-85E0-731C75960702}"/>
          </ac:spMkLst>
        </pc:spChg>
        <pc:spChg chg="add del mod">
          <ac:chgData name="Ramiro Rego Álvarez" userId="f03bea09-59f9-4099-99e9-a1c5df4e87e8" providerId="ADAL" clId="{A707F61F-0443-44D0-9605-3287C54E0FFD}" dt="2025-11-13T17:18:19.512" v="950" actId="113"/>
          <ac:spMkLst>
            <pc:docMk/>
            <pc:sldMk cId="4206816191" sldId="485"/>
            <ac:spMk id="3" creationId="{2557C43C-3D41-0309-2433-DE85071154D9}"/>
          </ac:spMkLst>
        </pc:spChg>
      </pc:sldChg>
      <pc:sldChg chg="addSp delSp modSp add mod">
        <pc:chgData name="Ramiro Rego Álvarez" userId="f03bea09-59f9-4099-99e9-a1c5df4e87e8" providerId="ADAL" clId="{A707F61F-0443-44D0-9605-3287C54E0FFD}" dt="2025-11-13T17:18:55.423" v="962" actId="20577"/>
        <pc:sldMkLst>
          <pc:docMk/>
          <pc:sldMk cId="364189558" sldId="486"/>
        </pc:sldMkLst>
        <pc:spChg chg="mod">
          <ac:chgData name="Ramiro Rego Álvarez" userId="f03bea09-59f9-4099-99e9-a1c5df4e87e8" providerId="ADAL" clId="{A707F61F-0443-44D0-9605-3287C54E0FFD}" dt="2025-11-13T17:18:40.073" v="958" actId="20577"/>
          <ac:spMkLst>
            <pc:docMk/>
            <pc:sldMk cId="364189558" sldId="486"/>
            <ac:spMk id="2" creationId="{1F1C788A-47E4-E11D-85E0-731C75960702}"/>
          </ac:spMkLst>
        </pc:spChg>
        <pc:spChg chg="add del mod">
          <ac:chgData name="Ramiro Rego Álvarez" userId="f03bea09-59f9-4099-99e9-a1c5df4e87e8" providerId="ADAL" clId="{A707F61F-0443-44D0-9605-3287C54E0FFD}" dt="2025-11-13T17:18:55.423" v="962" actId="20577"/>
          <ac:spMkLst>
            <pc:docMk/>
            <pc:sldMk cId="364189558" sldId="486"/>
            <ac:spMk id="3" creationId="{2557C43C-3D41-0309-2433-DE85071154D9}"/>
          </ac:spMkLst>
        </pc:spChg>
      </pc:sldChg>
      <pc:sldChg chg="addSp delSp modSp add mod">
        <pc:chgData name="Ramiro Rego Álvarez" userId="f03bea09-59f9-4099-99e9-a1c5df4e87e8" providerId="ADAL" clId="{A707F61F-0443-44D0-9605-3287C54E0FFD}" dt="2025-11-13T17:19:26.638" v="973" actId="20577"/>
        <pc:sldMkLst>
          <pc:docMk/>
          <pc:sldMk cId="4135003408" sldId="487"/>
        </pc:sldMkLst>
        <pc:spChg chg="mod">
          <ac:chgData name="Ramiro Rego Álvarez" userId="f03bea09-59f9-4099-99e9-a1c5df4e87e8" providerId="ADAL" clId="{A707F61F-0443-44D0-9605-3287C54E0FFD}" dt="2025-11-13T17:19:12.486" v="969"/>
          <ac:spMkLst>
            <pc:docMk/>
            <pc:sldMk cId="4135003408" sldId="487"/>
            <ac:spMk id="2" creationId="{1F1C788A-47E4-E11D-85E0-731C75960702}"/>
          </ac:spMkLst>
        </pc:spChg>
        <pc:spChg chg="add del mod">
          <ac:chgData name="Ramiro Rego Álvarez" userId="f03bea09-59f9-4099-99e9-a1c5df4e87e8" providerId="ADAL" clId="{A707F61F-0443-44D0-9605-3287C54E0FFD}" dt="2025-11-13T17:19:26.638" v="973" actId="20577"/>
          <ac:spMkLst>
            <pc:docMk/>
            <pc:sldMk cId="4135003408" sldId="487"/>
            <ac:spMk id="3" creationId="{2557C43C-3D41-0309-2433-DE85071154D9}"/>
          </ac:spMkLst>
        </pc:spChg>
      </pc:sldChg>
      <pc:sldChg chg="modSp add mod">
        <pc:chgData name="Ramiro Rego Álvarez" userId="f03bea09-59f9-4099-99e9-a1c5df4e87e8" providerId="ADAL" clId="{A707F61F-0443-44D0-9605-3287C54E0FFD}" dt="2025-11-13T17:20:33.281" v="985" actId="20577"/>
        <pc:sldMkLst>
          <pc:docMk/>
          <pc:sldMk cId="1227111929" sldId="488"/>
        </pc:sldMkLst>
        <pc:spChg chg="mod">
          <ac:chgData name="Ramiro Rego Álvarez" userId="f03bea09-59f9-4099-99e9-a1c5df4e87e8" providerId="ADAL" clId="{A707F61F-0443-44D0-9605-3287C54E0FFD}" dt="2025-11-13T17:20:22.704" v="983"/>
          <ac:spMkLst>
            <pc:docMk/>
            <pc:sldMk cId="1227111929" sldId="488"/>
            <ac:spMk id="2" creationId="{1F1C788A-47E4-E11D-85E0-731C75960702}"/>
          </ac:spMkLst>
        </pc:spChg>
        <pc:spChg chg="mod">
          <ac:chgData name="Ramiro Rego Álvarez" userId="f03bea09-59f9-4099-99e9-a1c5df4e87e8" providerId="ADAL" clId="{A707F61F-0443-44D0-9605-3287C54E0FFD}" dt="2025-11-13T17:20:33.281" v="985" actId="20577"/>
          <ac:spMkLst>
            <pc:docMk/>
            <pc:sldMk cId="1227111929" sldId="488"/>
            <ac:spMk id="3" creationId="{2557C43C-3D41-0309-2433-DE85071154D9}"/>
          </ac:spMkLst>
        </pc:spChg>
      </pc:sldChg>
      <pc:sldChg chg="add">
        <pc:chgData name="Ramiro Rego Álvarez" userId="f03bea09-59f9-4099-99e9-a1c5df4e87e8" providerId="ADAL" clId="{A707F61F-0443-44D0-9605-3287C54E0FFD}" dt="2025-11-13T15:55:52.485" v="830"/>
        <pc:sldMkLst>
          <pc:docMk/>
          <pc:sldMk cId="918954964" sldId="489"/>
        </pc:sldMkLst>
      </pc:sldChg>
      <pc:sldChg chg="modSp add mod">
        <pc:chgData name="Ramiro Rego Álvarez" userId="f03bea09-59f9-4099-99e9-a1c5df4e87e8" providerId="ADAL" clId="{A707F61F-0443-44D0-9605-3287C54E0FFD}" dt="2025-11-13T15:59:17.828" v="840" actId="113"/>
        <pc:sldMkLst>
          <pc:docMk/>
          <pc:sldMk cId="71636248" sldId="490"/>
        </pc:sldMkLst>
        <pc:spChg chg="mod">
          <ac:chgData name="Ramiro Rego Álvarez" userId="f03bea09-59f9-4099-99e9-a1c5df4e87e8" providerId="ADAL" clId="{A707F61F-0443-44D0-9605-3287C54E0FFD}" dt="2025-11-13T15:59:17.828" v="840" actId="113"/>
          <ac:spMkLst>
            <pc:docMk/>
            <pc:sldMk cId="71636248" sldId="490"/>
            <ac:spMk id="3" creationId="{2557C43C-3D41-0309-2433-DE85071154D9}"/>
          </ac:spMkLst>
        </pc:spChg>
      </pc:sldChg>
      <pc:sldChg chg="add">
        <pc:chgData name="Ramiro Rego Álvarez" userId="f03bea09-59f9-4099-99e9-a1c5df4e87e8" providerId="ADAL" clId="{A707F61F-0443-44D0-9605-3287C54E0FFD}" dt="2025-11-13T17:05:24.056" v="850"/>
        <pc:sldMkLst>
          <pc:docMk/>
          <pc:sldMk cId="1676708859" sldId="491"/>
        </pc:sldMkLst>
      </pc:sldChg>
      <pc:sldChg chg="modSp add mod">
        <pc:chgData name="Ramiro Rego Álvarez" userId="f03bea09-59f9-4099-99e9-a1c5df4e87e8" providerId="ADAL" clId="{A707F61F-0443-44D0-9605-3287C54E0FFD}" dt="2025-11-13T17:06:18.054" v="862" actId="113"/>
        <pc:sldMkLst>
          <pc:docMk/>
          <pc:sldMk cId="1127713463" sldId="492"/>
        </pc:sldMkLst>
        <pc:spChg chg="mod">
          <ac:chgData name="Ramiro Rego Álvarez" userId="f03bea09-59f9-4099-99e9-a1c5df4e87e8" providerId="ADAL" clId="{A707F61F-0443-44D0-9605-3287C54E0FFD}" dt="2025-11-13T17:06:18.054" v="862" actId="113"/>
          <ac:spMkLst>
            <pc:docMk/>
            <pc:sldMk cId="1127713463" sldId="492"/>
            <ac:spMk id="3" creationId="{2557C43C-3D41-0309-2433-DE85071154D9}"/>
          </ac:spMkLst>
        </pc:spChg>
      </pc:sldChg>
      <pc:sldChg chg="modSp add mod">
        <pc:chgData name="Ramiro Rego Álvarez" userId="f03bea09-59f9-4099-99e9-a1c5df4e87e8" providerId="ADAL" clId="{A707F61F-0443-44D0-9605-3287C54E0FFD}" dt="2025-11-13T17:07:02.878" v="870" actId="113"/>
        <pc:sldMkLst>
          <pc:docMk/>
          <pc:sldMk cId="1057367793" sldId="493"/>
        </pc:sldMkLst>
        <pc:spChg chg="mod">
          <ac:chgData name="Ramiro Rego Álvarez" userId="f03bea09-59f9-4099-99e9-a1c5df4e87e8" providerId="ADAL" clId="{A707F61F-0443-44D0-9605-3287C54E0FFD}" dt="2025-11-13T17:07:02.878" v="870" actId="113"/>
          <ac:spMkLst>
            <pc:docMk/>
            <pc:sldMk cId="1057367793" sldId="493"/>
            <ac:spMk id="3" creationId="{2557C43C-3D41-0309-2433-DE85071154D9}"/>
          </ac:spMkLst>
        </pc:spChg>
      </pc:sldChg>
      <pc:sldChg chg="modSp add mod">
        <pc:chgData name="Ramiro Rego Álvarez" userId="f03bea09-59f9-4099-99e9-a1c5df4e87e8" providerId="ADAL" clId="{A707F61F-0443-44D0-9605-3287C54E0FFD}" dt="2025-11-13T17:07:38.872" v="881" actId="113"/>
        <pc:sldMkLst>
          <pc:docMk/>
          <pc:sldMk cId="1373853371" sldId="494"/>
        </pc:sldMkLst>
        <pc:spChg chg="mod">
          <ac:chgData name="Ramiro Rego Álvarez" userId="f03bea09-59f9-4099-99e9-a1c5df4e87e8" providerId="ADAL" clId="{A707F61F-0443-44D0-9605-3287C54E0FFD}" dt="2025-11-13T17:07:38.872" v="881" actId="113"/>
          <ac:spMkLst>
            <pc:docMk/>
            <pc:sldMk cId="1373853371" sldId="494"/>
            <ac:spMk id="3" creationId="{2557C43C-3D41-0309-2433-DE85071154D9}"/>
          </ac:spMkLst>
        </pc:spChg>
      </pc:sldChg>
      <pc:sldChg chg="modSp add mod">
        <pc:chgData name="Ramiro Rego Álvarez" userId="f03bea09-59f9-4099-99e9-a1c5df4e87e8" providerId="ADAL" clId="{A707F61F-0443-44D0-9605-3287C54E0FFD}" dt="2025-11-13T17:08:19.151" v="891" actId="113"/>
        <pc:sldMkLst>
          <pc:docMk/>
          <pc:sldMk cId="1167859744" sldId="495"/>
        </pc:sldMkLst>
        <pc:spChg chg="mod">
          <ac:chgData name="Ramiro Rego Álvarez" userId="f03bea09-59f9-4099-99e9-a1c5df4e87e8" providerId="ADAL" clId="{A707F61F-0443-44D0-9605-3287C54E0FFD}" dt="2025-11-13T17:08:19.151" v="891" actId="113"/>
          <ac:spMkLst>
            <pc:docMk/>
            <pc:sldMk cId="1167859744" sldId="495"/>
            <ac:spMk id="3" creationId="{2557C43C-3D41-0309-2433-DE85071154D9}"/>
          </ac:spMkLst>
        </pc:spChg>
      </pc:sldChg>
      <pc:sldChg chg="modSp add mod">
        <pc:chgData name="Ramiro Rego Álvarez" userId="f03bea09-59f9-4099-99e9-a1c5df4e87e8" providerId="ADAL" clId="{A707F61F-0443-44D0-9605-3287C54E0FFD}" dt="2025-11-13T17:08:57.802" v="902" actId="113"/>
        <pc:sldMkLst>
          <pc:docMk/>
          <pc:sldMk cId="4230049422" sldId="496"/>
        </pc:sldMkLst>
        <pc:spChg chg="mod">
          <ac:chgData name="Ramiro Rego Álvarez" userId="f03bea09-59f9-4099-99e9-a1c5df4e87e8" providerId="ADAL" clId="{A707F61F-0443-44D0-9605-3287C54E0FFD}" dt="2025-11-13T17:08:57.802" v="902" actId="113"/>
          <ac:spMkLst>
            <pc:docMk/>
            <pc:sldMk cId="4230049422" sldId="496"/>
            <ac:spMk id="3" creationId="{2557C43C-3D41-0309-2433-DE85071154D9}"/>
          </ac:spMkLst>
        </pc:spChg>
      </pc:sldChg>
      <pc:sldChg chg="modSp add mod">
        <pc:chgData name="Ramiro Rego Álvarez" userId="f03bea09-59f9-4099-99e9-a1c5df4e87e8" providerId="ADAL" clId="{A707F61F-0443-44D0-9605-3287C54E0FFD}" dt="2025-11-13T17:09:34.626" v="912" actId="113"/>
        <pc:sldMkLst>
          <pc:docMk/>
          <pc:sldMk cId="1096882878" sldId="497"/>
        </pc:sldMkLst>
        <pc:spChg chg="mod">
          <ac:chgData name="Ramiro Rego Álvarez" userId="f03bea09-59f9-4099-99e9-a1c5df4e87e8" providerId="ADAL" clId="{A707F61F-0443-44D0-9605-3287C54E0FFD}" dt="2025-11-13T17:09:34.626" v="912" actId="113"/>
          <ac:spMkLst>
            <pc:docMk/>
            <pc:sldMk cId="1096882878" sldId="497"/>
            <ac:spMk id="3" creationId="{2557C43C-3D41-0309-2433-DE85071154D9}"/>
          </ac:spMkLst>
        </pc:spChg>
      </pc:sldChg>
      <pc:sldChg chg="modSp add mod">
        <pc:chgData name="Ramiro Rego Álvarez" userId="f03bea09-59f9-4099-99e9-a1c5df4e87e8" providerId="ADAL" clId="{A707F61F-0443-44D0-9605-3287C54E0FFD}" dt="2025-11-13T17:11:14.531" v="926" actId="113"/>
        <pc:sldMkLst>
          <pc:docMk/>
          <pc:sldMk cId="737774877" sldId="498"/>
        </pc:sldMkLst>
        <pc:spChg chg="mod">
          <ac:chgData name="Ramiro Rego Álvarez" userId="f03bea09-59f9-4099-99e9-a1c5df4e87e8" providerId="ADAL" clId="{A707F61F-0443-44D0-9605-3287C54E0FFD}" dt="2025-11-13T17:11:14.531" v="926" actId="113"/>
          <ac:spMkLst>
            <pc:docMk/>
            <pc:sldMk cId="737774877" sldId="498"/>
            <ac:spMk id="3" creationId="{2557C43C-3D41-0309-2433-DE85071154D9}"/>
          </ac:spMkLst>
        </pc:spChg>
      </pc:sldChg>
      <pc:sldChg chg="modSp add mod">
        <pc:chgData name="Ramiro Rego Álvarez" userId="f03bea09-59f9-4099-99e9-a1c5df4e87e8" providerId="ADAL" clId="{A707F61F-0443-44D0-9605-3287C54E0FFD}" dt="2025-12-10T22:39:26.725" v="1488" actId="20577"/>
        <pc:sldMkLst>
          <pc:docMk/>
          <pc:sldMk cId="3440238247" sldId="499"/>
        </pc:sldMkLst>
        <pc:spChg chg="mod">
          <ac:chgData name="Ramiro Rego Álvarez" userId="f03bea09-59f9-4099-99e9-a1c5df4e87e8" providerId="ADAL" clId="{A707F61F-0443-44D0-9605-3287C54E0FFD}" dt="2025-12-10T22:39:26.725" v="1488" actId="20577"/>
          <ac:spMkLst>
            <pc:docMk/>
            <pc:sldMk cId="3440238247" sldId="499"/>
            <ac:spMk id="2" creationId="{1F1C788A-47E4-E11D-85E0-731C75960702}"/>
          </ac:spMkLst>
        </pc:spChg>
      </pc:sldChg>
      <pc:sldChg chg="modSp add del mod">
        <pc:chgData name="Ramiro Rego Álvarez" userId="f03bea09-59f9-4099-99e9-a1c5df4e87e8" providerId="ADAL" clId="{A707F61F-0443-44D0-9605-3287C54E0FFD}" dt="2025-12-10T22:39:10.201" v="1481" actId="2696"/>
        <pc:sldMkLst>
          <pc:docMk/>
          <pc:sldMk cId="3790376119" sldId="499"/>
        </pc:sldMkLst>
      </pc:sldChg>
      <pc:sldChg chg="modSp add mod">
        <pc:chgData name="Ramiro Rego Álvarez" userId="f03bea09-59f9-4099-99e9-a1c5df4e87e8" providerId="ADAL" clId="{A707F61F-0443-44D0-9605-3287C54E0FFD}" dt="2025-11-13T17:18:24.747" v="952" actId="113"/>
        <pc:sldMkLst>
          <pc:docMk/>
          <pc:sldMk cId="1867794436" sldId="500"/>
        </pc:sldMkLst>
        <pc:spChg chg="mod">
          <ac:chgData name="Ramiro Rego Álvarez" userId="f03bea09-59f9-4099-99e9-a1c5df4e87e8" providerId="ADAL" clId="{A707F61F-0443-44D0-9605-3287C54E0FFD}" dt="2025-11-13T17:18:24.747" v="952" actId="113"/>
          <ac:spMkLst>
            <pc:docMk/>
            <pc:sldMk cId="1867794436" sldId="500"/>
            <ac:spMk id="3" creationId="{2557C43C-3D41-0309-2433-DE85071154D9}"/>
          </ac:spMkLst>
        </pc:spChg>
      </pc:sldChg>
      <pc:sldChg chg="modSp add mod">
        <pc:chgData name="Ramiro Rego Álvarez" userId="f03bea09-59f9-4099-99e9-a1c5df4e87e8" providerId="ADAL" clId="{A707F61F-0443-44D0-9605-3287C54E0FFD}" dt="2025-11-13T17:19:02.709" v="964" actId="113"/>
        <pc:sldMkLst>
          <pc:docMk/>
          <pc:sldMk cId="2374992690" sldId="501"/>
        </pc:sldMkLst>
        <pc:spChg chg="mod">
          <ac:chgData name="Ramiro Rego Álvarez" userId="f03bea09-59f9-4099-99e9-a1c5df4e87e8" providerId="ADAL" clId="{A707F61F-0443-44D0-9605-3287C54E0FFD}" dt="2025-11-13T17:19:02.709" v="964" actId="113"/>
          <ac:spMkLst>
            <pc:docMk/>
            <pc:sldMk cId="2374992690" sldId="501"/>
            <ac:spMk id="3" creationId="{2557C43C-3D41-0309-2433-DE85071154D9}"/>
          </ac:spMkLst>
        </pc:spChg>
      </pc:sldChg>
      <pc:sldChg chg="modSp add mod">
        <pc:chgData name="Ramiro Rego Álvarez" userId="f03bea09-59f9-4099-99e9-a1c5df4e87e8" providerId="ADAL" clId="{A707F61F-0443-44D0-9605-3287C54E0FFD}" dt="2025-11-13T17:19:34.503" v="975" actId="113"/>
        <pc:sldMkLst>
          <pc:docMk/>
          <pc:sldMk cId="656508283" sldId="502"/>
        </pc:sldMkLst>
        <pc:spChg chg="mod">
          <ac:chgData name="Ramiro Rego Álvarez" userId="f03bea09-59f9-4099-99e9-a1c5df4e87e8" providerId="ADAL" clId="{A707F61F-0443-44D0-9605-3287C54E0FFD}" dt="2025-11-13T17:19:34.503" v="975" actId="113"/>
          <ac:spMkLst>
            <pc:docMk/>
            <pc:sldMk cId="656508283" sldId="502"/>
            <ac:spMk id="3" creationId="{2557C43C-3D41-0309-2433-DE85071154D9}"/>
          </ac:spMkLst>
        </pc:spChg>
      </pc:sldChg>
      <pc:sldChg chg="modSp add del mod">
        <pc:chgData name="Ramiro Rego Álvarez" userId="f03bea09-59f9-4099-99e9-a1c5df4e87e8" providerId="ADAL" clId="{A707F61F-0443-44D0-9605-3287C54E0FFD}" dt="2025-11-13T21:32:03.936" v="1036" actId="20577"/>
        <pc:sldMkLst>
          <pc:docMk/>
          <pc:sldMk cId="2493336731" sldId="503"/>
        </pc:sldMkLst>
        <pc:spChg chg="mod">
          <ac:chgData name="Ramiro Rego Álvarez" userId="f03bea09-59f9-4099-99e9-a1c5df4e87e8" providerId="ADAL" clId="{A707F61F-0443-44D0-9605-3287C54E0FFD}" dt="2025-11-13T21:31:44.756" v="1032"/>
          <ac:spMkLst>
            <pc:docMk/>
            <pc:sldMk cId="2493336731" sldId="503"/>
            <ac:spMk id="2" creationId="{1F1C788A-47E4-E11D-85E0-731C75960702}"/>
          </ac:spMkLst>
        </pc:spChg>
        <pc:spChg chg="mod">
          <ac:chgData name="Ramiro Rego Álvarez" userId="f03bea09-59f9-4099-99e9-a1c5df4e87e8" providerId="ADAL" clId="{A707F61F-0443-44D0-9605-3287C54E0FFD}" dt="2025-11-13T21:32:03.936" v="1036" actId="20577"/>
          <ac:spMkLst>
            <pc:docMk/>
            <pc:sldMk cId="2493336731" sldId="503"/>
            <ac:spMk id="3" creationId="{2557C43C-3D41-0309-2433-DE85071154D9}"/>
          </ac:spMkLst>
        </pc:spChg>
      </pc:sldChg>
      <pc:sldChg chg="addSp delSp modSp add del mod">
        <pc:chgData name="Ramiro Rego Álvarez" userId="f03bea09-59f9-4099-99e9-a1c5df4e87e8" providerId="ADAL" clId="{A707F61F-0443-44D0-9605-3287C54E0FFD}" dt="2025-11-13T21:32:37.332" v="1047" actId="20577"/>
        <pc:sldMkLst>
          <pc:docMk/>
          <pc:sldMk cId="3010348579" sldId="504"/>
        </pc:sldMkLst>
        <pc:spChg chg="mod">
          <ac:chgData name="Ramiro Rego Álvarez" userId="f03bea09-59f9-4099-99e9-a1c5df4e87e8" providerId="ADAL" clId="{A707F61F-0443-44D0-9605-3287C54E0FFD}" dt="2025-11-13T21:32:20.953" v="1043"/>
          <ac:spMkLst>
            <pc:docMk/>
            <pc:sldMk cId="3010348579" sldId="504"/>
            <ac:spMk id="2" creationId="{1F1C788A-47E4-E11D-85E0-731C75960702}"/>
          </ac:spMkLst>
        </pc:spChg>
        <pc:spChg chg="add del mod">
          <ac:chgData name="Ramiro Rego Álvarez" userId="f03bea09-59f9-4099-99e9-a1c5df4e87e8" providerId="ADAL" clId="{A707F61F-0443-44D0-9605-3287C54E0FFD}" dt="2025-11-13T21:32:37.332" v="1047" actId="20577"/>
          <ac:spMkLst>
            <pc:docMk/>
            <pc:sldMk cId="3010348579" sldId="504"/>
            <ac:spMk id="3" creationId="{2557C43C-3D41-0309-2433-DE85071154D9}"/>
          </ac:spMkLst>
        </pc:spChg>
      </pc:sldChg>
      <pc:sldChg chg="addSp delSp modSp add mod">
        <pc:chgData name="Ramiro Rego Álvarez" userId="f03bea09-59f9-4099-99e9-a1c5df4e87e8" providerId="ADAL" clId="{A707F61F-0443-44D0-9605-3287C54E0FFD}" dt="2025-11-13T17:21:06.241" v="996" actId="20577"/>
        <pc:sldMkLst>
          <pc:docMk/>
          <pc:sldMk cId="1750200052" sldId="505"/>
        </pc:sldMkLst>
        <pc:spChg chg="mod">
          <ac:chgData name="Ramiro Rego Álvarez" userId="f03bea09-59f9-4099-99e9-a1c5df4e87e8" providerId="ADAL" clId="{A707F61F-0443-44D0-9605-3287C54E0FFD}" dt="2025-11-13T17:20:49.598" v="992"/>
          <ac:spMkLst>
            <pc:docMk/>
            <pc:sldMk cId="1750200052" sldId="505"/>
            <ac:spMk id="2" creationId="{1F1C788A-47E4-E11D-85E0-731C75960702}"/>
          </ac:spMkLst>
        </pc:spChg>
        <pc:spChg chg="add del mod">
          <ac:chgData name="Ramiro Rego Álvarez" userId="f03bea09-59f9-4099-99e9-a1c5df4e87e8" providerId="ADAL" clId="{A707F61F-0443-44D0-9605-3287C54E0FFD}" dt="2025-11-13T17:21:06.241" v="996" actId="20577"/>
          <ac:spMkLst>
            <pc:docMk/>
            <pc:sldMk cId="1750200052" sldId="505"/>
            <ac:spMk id="3" creationId="{2557C43C-3D41-0309-2433-DE85071154D9}"/>
          </ac:spMkLst>
        </pc:spChg>
      </pc:sldChg>
      <pc:sldChg chg="modSp add del mod">
        <pc:chgData name="Ramiro Rego Álvarez" userId="f03bea09-59f9-4099-99e9-a1c5df4e87e8" providerId="ADAL" clId="{A707F61F-0443-44D0-9605-3287C54E0FFD}" dt="2025-11-13T21:26:20.076" v="1006"/>
        <pc:sldMkLst>
          <pc:docMk/>
          <pc:sldMk cId="2854040135" sldId="506"/>
        </pc:sldMkLst>
        <pc:spChg chg="mod">
          <ac:chgData name="Ramiro Rego Álvarez" userId="f03bea09-59f9-4099-99e9-a1c5df4e87e8" providerId="ADAL" clId="{A707F61F-0443-44D0-9605-3287C54E0FFD}" dt="2025-11-13T21:26:10.626" v="1005"/>
          <ac:spMkLst>
            <pc:docMk/>
            <pc:sldMk cId="2854040135" sldId="506"/>
            <ac:spMk id="2" creationId="{1F1C788A-47E4-E11D-85E0-731C75960702}"/>
          </ac:spMkLst>
        </pc:spChg>
        <pc:spChg chg="mod">
          <ac:chgData name="Ramiro Rego Álvarez" userId="f03bea09-59f9-4099-99e9-a1c5df4e87e8" providerId="ADAL" clId="{A707F61F-0443-44D0-9605-3287C54E0FFD}" dt="2025-11-13T21:26:20.076" v="1006"/>
          <ac:spMkLst>
            <pc:docMk/>
            <pc:sldMk cId="2854040135" sldId="506"/>
            <ac:spMk id="3" creationId="{2557C43C-3D41-0309-2433-DE85071154D9}"/>
          </ac:spMkLst>
        </pc:spChg>
      </pc:sldChg>
      <pc:sldChg chg="modSp add del mod">
        <pc:chgData name="Ramiro Rego Álvarez" userId="f03bea09-59f9-4099-99e9-a1c5df4e87e8" providerId="ADAL" clId="{A707F61F-0443-44D0-9605-3287C54E0FFD}" dt="2025-11-13T21:27:53.936" v="1015" actId="6549"/>
        <pc:sldMkLst>
          <pc:docMk/>
          <pc:sldMk cId="3289117188" sldId="507"/>
        </pc:sldMkLst>
        <pc:spChg chg="mod">
          <ac:chgData name="Ramiro Rego Álvarez" userId="f03bea09-59f9-4099-99e9-a1c5df4e87e8" providerId="ADAL" clId="{A707F61F-0443-44D0-9605-3287C54E0FFD}" dt="2025-11-13T21:27:25.864" v="1013"/>
          <ac:spMkLst>
            <pc:docMk/>
            <pc:sldMk cId="3289117188" sldId="507"/>
            <ac:spMk id="2" creationId="{1F1C788A-47E4-E11D-85E0-731C75960702}"/>
          </ac:spMkLst>
        </pc:spChg>
        <pc:spChg chg="mod">
          <ac:chgData name="Ramiro Rego Álvarez" userId="f03bea09-59f9-4099-99e9-a1c5df4e87e8" providerId="ADAL" clId="{A707F61F-0443-44D0-9605-3287C54E0FFD}" dt="2025-11-13T21:27:53.936" v="1015" actId="6549"/>
          <ac:spMkLst>
            <pc:docMk/>
            <pc:sldMk cId="3289117188" sldId="507"/>
            <ac:spMk id="3" creationId="{2557C43C-3D41-0309-2433-DE85071154D9}"/>
          </ac:spMkLst>
        </pc:spChg>
      </pc:sldChg>
      <pc:sldChg chg="addSp delSp modSp add del mod">
        <pc:chgData name="Ramiro Rego Álvarez" userId="f03bea09-59f9-4099-99e9-a1c5df4e87e8" providerId="ADAL" clId="{A707F61F-0443-44D0-9605-3287C54E0FFD}" dt="2025-11-13T21:31:11.006" v="1025"/>
        <pc:sldMkLst>
          <pc:docMk/>
          <pc:sldMk cId="14347938" sldId="508"/>
        </pc:sldMkLst>
        <pc:spChg chg="mod">
          <ac:chgData name="Ramiro Rego Álvarez" userId="f03bea09-59f9-4099-99e9-a1c5df4e87e8" providerId="ADAL" clId="{A707F61F-0443-44D0-9605-3287C54E0FFD}" dt="2025-11-13T21:30:56.980" v="1022"/>
          <ac:spMkLst>
            <pc:docMk/>
            <pc:sldMk cId="14347938" sldId="508"/>
            <ac:spMk id="2" creationId="{1F1C788A-47E4-E11D-85E0-731C75960702}"/>
          </ac:spMkLst>
        </pc:spChg>
        <pc:spChg chg="add del mod">
          <ac:chgData name="Ramiro Rego Álvarez" userId="f03bea09-59f9-4099-99e9-a1c5df4e87e8" providerId="ADAL" clId="{A707F61F-0443-44D0-9605-3287C54E0FFD}" dt="2025-11-13T21:31:11.006" v="1025"/>
          <ac:spMkLst>
            <pc:docMk/>
            <pc:sldMk cId="14347938" sldId="508"/>
            <ac:spMk id="3" creationId="{2557C43C-3D41-0309-2433-DE85071154D9}"/>
          </ac:spMkLst>
        </pc:spChg>
      </pc:sldChg>
      <pc:sldChg chg="modSp add del mod">
        <pc:chgData name="Ramiro Rego Álvarez" userId="f03bea09-59f9-4099-99e9-a1c5df4e87e8" providerId="ADAL" clId="{A707F61F-0443-44D0-9605-3287C54E0FFD}" dt="2025-11-13T21:46:26.447" v="1059" actId="113"/>
        <pc:sldMkLst>
          <pc:docMk/>
          <pc:sldMk cId="3388660570" sldId="509"/>
        </pc:sldMkLst>
        <pc:spChg chg="mod">
          <ac:chgData name="Ramiro Rego Álvarez" userId="f03bea09-59f9-4099-99e9-a1c5df4e87e8" providerId="ADAL" clId="{A707F61F-0443-44D0-9605-3287C54E0FFD}" dt="2025-11-13T21:46:10.471" v="1055"/>
          <ac:spMkLst>
            <pc:docMk/>
            <pc:sldMk cId="3388660570" sldId="509"/>
            <ac:spMk id="2" creationId="{1F1C788A-47E4-E11D-85E0-731C75960702}"/>
          </ac:spMkLst>
        </pc:spChg>
        <pc:spChg chg="mod">
          <ac:chgData name="Ramiro Rego Álvarez" userId="f03bea09-59f9-4099-99e9-a1c5df4e87e8" providerId="ADAL" clId="{A707F61F-0443-44D0-9605-3287C54E0FFD}" dt="2025-11-13T21:46:26.447" v="1059" actId="113"/>
          <ac:spMkLst>
            <pc:docMk/>
            <pc:sldMk cId="3388660570" sldId="509"/>
            <ac:spMk id="3" creationId="{2557C43C-3D41-0309-2433-DE85071154D9}"/>
          </ac:spMkLst>
        </pc:spChg>
      </pc:sldChg>
      <pc:sldChg chg="modSp add del mod">
        <pc:chgData name="Ramiro Rego Álvarez" userId="f03bea09-59f9-4099-99e9-a1c5df4e87e8" providerId="ADAL" clId="{A707F61F-0443-44D0-9605-3287C54E0FFD}" dt="2025-11-13T21:47:08.399" v="1072" actId="113"/>
        <pc:sldMkLst>
          <pc:docMk/>
          <pc:sldMk cId="1665556093" sldId="510"/>
        </pc:sldMkLst>
        <pc:spChg chg="mod">
          <ac:chgData name="Ramiro Rego Álvarez" userId="f03bea09-59f9-4099-99e9-a1c5df4e87e8" providerId="ADAL" clId="{A707F61F-0443-44D0-9605-3287C54E0FFD}" dt="2025-11-13T21:46:44.565" v="1066"/>
          <ac:spMkLst>
            <pc:docMk/>
            <pc:sldMk cId="1665556093" sldId="510"/>
            <ac:spMk id="2" creationId="{1F1C788A-47E4-E11D-85E0-731C75960702}"/>
          </ac:spMkLst>
        </pc:spChg>
        <pc:spChg chg="mod">
          <ac:chgData name="Ramiro Rego Álvarez" userId="f03bea09-59f9-4099-99e9-a1c5df4e87e8" providerId="ADAL" clId="{A707F61F-0443-44D0-9605-3287C54E0FFD}" dt="2025-11-13T21:47:08.399" v="1072" actId="113"/>
          <ac:spMkLst>
            <pc:docMk/>
            <pc:sldMk cId="1665556093" sldId="510"/>
            <ac:spMk id="3" creationId="{2557C43C-3D41-0309-2433-DE85071154D9}"/>
          </ac:spMkLst>
        </pc:spChg>
      </pc:sldChg>
      <pc:sldChg chg="addSp delSp modSp add del mod">
        <pc:chgData name="Ramiro Rego Álvarez" userId="f03bea09-59f9-4099-99e9-a1c5df4e87e8" providerId="ADAL" clId="{A707F61F-0443-44D0-9605-3287C54E0FFD}" dt="2025-11-13T21:48:38.420" v="1088"/>
        <pc:sldMkLst>
          <pc:docMk/>
          <pc:sldMk cId="342413065" sldId="511"/>
        </pc:sldMkLst>
        <pc:spChg chg="mod">
          <ac:chgData name="Ramiro Rego Álvarez" userId="f03bea09-59f9-4099-99e9-a1c5df4e87e8" providerId="ADAL" clId="{A707F61F-0443-44D0-9605-3287C54E0FFD}" dt="2025-11-13T21:48:24.356" v="1085"/>
          <ac:spMkLst>
            <pc:docMk/>
            <pc:sldMk cId="342413065" sldId="511"/>
            <ac:spMk id="2" creationId="{1F1C788A-47E4-E11D-85E0-731C75960702}"/>
          </ac:spMkLst>
        </pc:spChg>
        <pc:spChg chg="add del mod">
          <ac:chgData name="Ramiro Rego Álvarez" userId="f03bea09-59f9-4099-99e9-a1c5df4e87e8" providerId="ADAL" clId="{A707F61F-0443-44D0-9605-3287C54E0FFD}" dt="2025-11-13T21:48:38.420" v="1088"/>
          <ac:spMkLst>
            <pc:docMk/>
            <pc:sldMk cId="342413065" sldId="511"/>
            <ac:spMk id="3" creationId="{2557C43C-3D41-0309-2433-DE85071154D9}"/>
          </ac:spMkLst>
        </pc:spChg>
      </pc:sldChg>
      <pc:sldChg chg="modSp add del mod">
        <pc:chgData name="Ramiro Rego Álvarez" userId="f03bea09-59f9-4099-99e9-a1c5df4e87e8" providerId="ADAL" clId="{A707F61F-0443-44D0-9605-3287C54E0FFD}" dt="2025-11-13T21:49:04.116" v="1096"/>
        <pc:sldMkLst>
          <pc:docMk/>
          <pc:sldMk cId="1871426106" sldId="512"/>
        </pc:sldMkLst>
        <pc:spChg chg="mod">
          <ac:chgData name="Ramiro Rego Álvarez" userId="f03bea09-59f9-4099-99e9-a1c5df4e87e8" providerId="ADAL" clId="{A707F61F-0443-44D0-9605-3287C54E0FFD}" dt="2025-11-13T21:48:55.278" v="1095"/>
          <ac:spMkLst>
            <pc:docMk/>
            <pc:sldMk cId="1871426106" sldId="512"/>
            <ac:spMk id="2" creationId="{1F1C788A-47E4-E11D-85E0-731C75960702}"/>
          </ac:spMkLst>
        </pc:spChg>
        <pc:spChg chg="mod">
          <ac:chgData name="Ramiro Rego Álvarez" userId="f03bea09-59f9-4099-99e9-a1c5df4e87e8" providerId="ADAL" clId="{A707F61F-0443-44D0-9605-3287C54E0FFD}" dt="2025-11-13T21:49:04.116" v="1096"/>
          <ac:spMkLst>
            <pc:docMk/>
            <pc:sldMk cId="1871426106" sldId="512"/>
            <ac:spMk id="3" creationId="{2557C43C-3D41-0309-2433-DE85071154D9}"/>
          </ac:spMkLst>
        </pc:spChg>
      </pc:sldChg>
      <pc:sldChg chg="modSp add del mod">
        <pc:chgData name="Ramiro Rego Álvarez" userId="f03bea09-59f9-4099-99e9-a1c5df4e87e8" providerId="ADAL" clId="{A707F61F-0443-44D0-9605-3287C54E0FFD}" dt="2025-11-13T22:08:01.692" v="1129"/>
        <pc:sldMkLst>
          <pc:docMk/>
          <pc:sldMk cId="876238780" sldId="513"/>
        </pc:sldMkLst>
        <pc:spChg chg="mod">
          <ac:chgData name="Ramiro Rego Álvarez" userId="f03bea09-59f9-4099-99e9-a1c5df4e87e8" providerId="ADAL" clId="{A707F61F-0443-44D0-9605-3287C54E0FFD}" dt="2025-11-13T22:07:46.169" v="1128"/>
          <ac:spMkLst>
            <pc:docMk/>
            <pc:sldMk cId="876238780" sldId="513"/>
            <ac:spMk id="2" creationId="{1F1C788A-47E4-E11D-85E0-731C75960702}"/>
          </ac:spMkLst>
        </pc:spChg>
        <pc:spChg chg="mod">
          <ac:chgData name="Ramiro Rego Álvarez" userId="f03bea09-59f9-4099-99e9-a1c5df4e87e8" providerId="ADAL" clId="{A707F61F-0443-44D0-9605-3287C54E0FFD}" dt="2025-11-13T22:08:01.692" v="1129"/>
          <ac:spMkLst>
            <pc:docMk/>
            <pc:sldMk cId="876238780" sldId="513"/>
            <ac:spMk id="3" creationId="{2557C43C-3D41-0309-2433-DE85071154D9}"/>
          </ac:spMkLst>
        </pc:spChg>
      </pc:sldChg>
      <pc:sldChg chg="modSp add del mod">
        <pc:chgData name="Ramiro Rego Álvarez" userId="f03bea09-59f9-4099-99e9-a1c5df4e87e8" providerId="ADAL" clId="{A707F61F-0443-44D0-9605-3287C54E0FFD}" dt="2025-11-13T22:08:37.064" v="1139" actId="6549"/>
        <pc:sldMkLst>
          <pc:docMk/>
          <pc:sldMk cId="2385728500" sldId="514"/>
        </pc:sldMkLst>
        <pc:spChg chg="mod">
          <ac:chgData name="Ramiro Rego Álvarez" userId="f03bea09-59f9-4099-99e9-a1c5df4e87e8" providerId="ADAL" clId="{A707F61F-0443-44D0-9605-3287C54E0FFD}" dt="2025-11-13T22:08:23.614" v="1137"/>
          <ac:spMkLst>
            <pc:docMk/>
            <pc:sldMk cId="2385728500" sldId="514"/>
            <ac:spMk id="2" creationId="{1F1C788A-47E4-E11D-85E0-731C75960702}"/>
          </ac:spMkLst>
        </pc:spChg>
        <pc:spChg chg="mod">
          <ac:chgData name="Ramiro Rego Álvarez" userId="f03bea09-59f9-4099-99e9-a1c5df4e87e8" providerId="ADAL" clId="{A707F61F-0443-44D0-9605-3287C54E0FFD}" dt="2025-11-13T22:08:37.064" v="1139" actId="6549"/>
          <ac:spMkLst>
            <pc:docMk/>
            <pc:sldMk cId="2385728500" sldId="514"/>
            <ac:spMk id="3" creationId="{2557C43C-3D41-0309-2433-DE85071154D9}"/>
          </ac:spMkLst>
        </pc:spChg>
      </pc:sldChg>
      <pc:sldChg chg="modSp add del mod">
        <pc:chgData name="Ramiro Rego Álvarez" userId="f03bea09-59f9-4099-99e9-a1c5df4e87e8" providerId="ADAL" clId="{A707F61F-0443-44D0-9605-3287C54E0FFD}" dt="2025-11-13T22:14:31.071" v="1149" actId="20577"/>
        <pc:sldMkLst>
          <pc:docMk/>
          <pc:sldMk cId="2693247296" sldId="515"/>
        </pc:sldMkLst>
        <pc:spChg chg="mod">
          <ac:chgData name="Ramiro Rego Álvarez" userId="f03bea09-59f9-4099-99e9-a1c5df4e87e8" providerId="ADAL" clId="{A707F61F-0443-44D0-9605-3287C54E0FFD}" dt="2025-11-13T22:14:16.669" v="1147"/>
          <ac:spMkLst>
            <pc:docMk/>
            <pc:sldMk cId="2693247296" sldId="515"/>
            <ac:spMk id="2" creationId="{1F1C788A-47E4-E11D-85E0-731C75960702}"/>
          </ac:spMkLst>
        </pc:spChg>
        <pc:spChg chg="mod">
          <ac:chgData name="Ramiro Rego Álvarez" userId="f03bea09-59f9-4099-99e9-a1c5df4e87e8" providerId="ADAL" clId="{A707F61F-0443-44D0-9605-3287C54E0FFD}" dt="2025-11-13T22:14:31.071" v="1149" actId="20577"/>
          <ac:spMkLst>
            <pc:docMk/>
            <pc:sldMk cId="2693247296" sldId="515"/>
            <ac:spMk id="3" creationId="{2557C43C-3D41-0309-2433-DE85071154D9}"/>
          </ac:spMkLst>
        </pc:spChg>
      </pc:sldChg>
      <pc:sldChg chg="modSp add del mod">
        <pc:chgData name="Ramiro Rego Álvarez" userId="f03bea09-59f9-4099-99e9-a1c5df4e87e8" providerId="ADAL" clId="{A707F61F-0443-44D0-9605-3287C54E0FFD}" dt="2025-11-13T22:37:00.359" v="1160" actId="20577"/>
        <pc:sldMkLst>
          <pc:docMk/>
          <pc:sldMk cId="1288378249" sldId="516"/>
        </pc:sldMkLst>
        <pc:spChg chg="mod">
          <ac:chgData name="Ramiro Rego Álvarez" userId="f03bea09-59f9-4099-99e9-a1c5df4e87e8" providerId="ADAL" clId="{A707F61F-0443-44D0-9605-3287C54E0FFD}" dt="2025-11-13T22:36:48.561" v="1158"/>
          <ac:spMkLst>
            <pc:docMk/>
            <pc:sldMk cId="1288378249" sldId="516"/>
            <ac:spMk id="2" creationId="{1F1C788A-47E4-E11D-85E0-731C75960702}"/>
          </ac:spMkLst>
        </pc:spChg>
        <pc:spChg chg="mod">
          <ac:chgData name="Ramiro Rego Álvarez" userId="f03bea09-59f9-4099-99e9-a1c5df4e87e8" providerId="ADAL" clId="{A707F61F-0443-44D0-9605-3287C54E0FFD}" dt="2025-11-13T22:37:00.359" v="1160" actId="20577"/>
          <ac:spMkLst>
            <pc:docMk/>
            <pc:sldMk cId="1288378249" sldId="516"/>
            <ac:spMk id="3" creationId="{2557C43C-3D41-0309-2433-DE85071154D9}"/>
          </ac:spMkLst>
        </pc:spChg>
      </pc:sldChg>
      <pc:sldChg chg="modSp add mod">
        <pc:chgData name="Ramiro Rego Álvarez" userId="f03bea09-59f9-4099-99e9-a1c5df4e87e8" providerId="ADAL" clId="{A707F61F-0443-44D0-9605-3287C54E0FFD}" dt="2025-11-13T17:20:39.522" v="987" actId="113"/>
        <pc:sldMkLst>
          <pc:docMk/>
          <pc:sldMk cId="3016710701" sldId="517"/>
        </pc:sldMkLst>
        <pc:spChg chg="mod">
          <ac:chgData name="Ramiro Rego Álvarez" userId="f03bea09-59f9-4099-99e9-a1c5df4e87e8" providerId="ADAL" clId="{A707F61F-0443-44D0-9605-3287C54E0FFD}" dt="2025-11-13T17:20:39.522" v="987" actId="113"/>
          <ac:spMkLst>
            <pc:docMk/>
            <pc:sldMk cId="3016710701" sldId="517"/>
            <ac:spMk id="3" creationId="{2557C43C-3D41-0309-2433-DE85071154D9}"/>
          </ac:spMkLst>
        </pc:spChg>
      </pc:sldChg>
      <pc:sldChg chg="modSp add mod">
        <pc:chgData name="Ramiro Rego Álvarez" userId="f03bea09-59f9-4099-99e9-a1c5df4e87e8" providerId="ADAL" clId="{A707F61F-0443-44D0-9605-3287C54E0FFD}" dt="2025-11-13T17:21:13.506" v="998" actId="113"/>
        <pc:sldMkLst>
          <pc:docMk/>
          <pc:sldMk cId="2975240059" sldId="518"/>
        </pc:sldMkLst>
        <pc:spChg chg="mod">
          <ac:chgData name="Ramiro Rego Álvarez" userId="f03bea09-59f9-4099-99e9-a1c5df4e87e8" providerId="ADAL" clId="{A707F61F-0443-44D0-9605-3287C54E0FFD}" dt="2025-11-13T17:21:13.506" v="998" actId="113"/>
          <ac:spMkLst>
            <pc:docMk/>
            <pc:sldMk cId="2975240059" sldId="518"/>
            <ac:spMk id="3" creationId="{2557C43C-3D41-0309-2433-DE85071154D9}"/>
          </ac:spMkLst>
        </pc:spChg>
      </pc:sldChg>
      <pc:sldChg chg="modSp add mod">
        <pc:chgData name="Ramiro Rego Álvarez" userId="f03bea09-59f9-4099-99e9-a1c5df4e87e8" providerId="ADAL" clId="{A707F61F-0443-44D0-9605-3287C54E0FFD}" dt="2025-11-13T21:26:25.951" v="1008" actId="113"/>
        <pc:sldMkLst>
          <pc:docMk/>
          <pc:sldMk cId="897593591" sldId="519"/>
        </pc:sldMkLst>
        <pc:spChg chg="mod">
          <ac:chgData name="Ramiro Rego Álvarez" userId="f03bea09-59f9-4099-99e9-a1c5df4e87e8" providerId="ADAL" clId="{A707F61F-0443-44D0-9605-3287C54E0FFD}" dt="2025-11-13T21:26:25.951" v="1008" actId="113"/>
          <ac:spMkLst>
            <pc:docMk/>
            <pc:sldMk cId="897593591" sldId="519"/>
            <ac:spMk id="3" creationId="{2557C43C-3D41-0309-2433-DE85071154D9}"/>
          </ac:spMkLst>
        </pc:spChg>
      </pc:sldChg>
      <pc:sldChg chg="modSp add mod">
        <pc:chgData name="Ramiro Rego Álvarez" userId="f03bea09-59f9-4099-99e9-a1c5df4e87e8" providerId="ADAL" clId="{A707F61F-0443-44D0-9605-3287C54E0FFD}" dt="2025-11-13T21:28:47.895" v="1017" actId="113"/>
        <pc:sldMkLst>
          <pc:docMk/>
          <pc:sldMk cId="3234108739" sldId="520"/>
        </pc:sldMkLst>
        <pc:spChg chg="mod">
          <ac:chgData name="Ramiro Rego Álvarez" userId="f03bea09-59f9-4099-99e9-a1c5df4e87e8" providerId="ADAL" clId="{A707F61F-0443-44D0-9605-3287C54E0FFD}" dt="2025-11-13T21:28:47.895" v="1017" actId="113"/>
          <ac:spMkLst>
            <pc:docMk/>
            <pc:sldMk cId="3234108739" sldId="520"/>
            <ac:spMk id="3" creationId="{2557C43C-3D41-0309-2433-DE85071154D9}"/>
          </ac:spMkLst>
        </pc:spChg>
      </pc:sldChg>
      <pc:sldChg chg="modSp add mod">
        <pc:chgData name="Ramiro Rego Álvarez" userId="f03bea09-59f9-4099-99e9-a1c5df4e87e8" providerId="ADAL" clId="{A707F61F-0443-44D0-9605-3287C54E0FFD}" dt="2025-11-13T21:31:20.988" v="1027" actId="113"/>
        <pc:sldMkLst>
          <pc:docMk/>
          <pc:sldMk cId="616080956" sldId="521"/>
        </pc:sldMkLst>
        <pc:spChg chg="mod">
          <ac:chgData name="Ramiro Rego Álvarez" userId="f03bea09-59f9-4099-99e9-a1c5df4e87e8" providerId="ADAL" clId="{A707F61F-0443-44D0-9605-3287C54E0FFD}" dt="2025-11-13T21:31:20.988" v="1027" actId="113"/>
          <ac:spMkLst>
            <pc:docMk/>
            <pc:sldMk cId="616080956" sldId="521"/>
            <ac:spMk id="3" creationId="{2557C43C-3D41-0309-2433-DE85071154D9}"/>
          </ac:spMkLst>
        </pc:spChg>
      </pc:sldChg>
      <pc:sldChg chg="modSp add mod">
        <pc:chgData name="Ramiro Rego Álvarez" userId="f03bea09-59f9-4099-99e9-a1c5df4e87e8" providerId="ADAL" clId="{A707F61F-0443-44D0-9605-3287C54E0FFD}" dt="2025-11-13T21:32:08.860" v="1038" actId="113"/>
        <pc:sldMkLst>
          <pc:docMk/>
          <pc:sldMk cId="376218748" sldId="522"/>
        </pc:sldMkLst>
        <pc:spChg chg="mod">
          <ac:chgData name="Ramiro Rego Álvarez" userId="f03bea09-59f9-4099-99e9-a1c5df4e87e8" providerId="ADAL" clId="{A707F61F-0443-44D0-9605-3287C54E0FFD}" dt="2025-11-13T21:32:08.860" v="1038" actId="113"/>
          <ac:spMkLst>
            <pc:docMk/>
            <pc:sldMk cId="376218748" sldId="522"/>
            <ac:spMk id="3" creationId="{2557C43C-3D41-0309-2433-DE85071154D9}"/>
          </ac:spMkLst>
        </pc:spChg>
      </pc:sldChg>
      <pc:sldChg chg="modSp add mod">
        <pc:chgData name="Ramiro Rego Álvarez" userId="f03bea09-59f9-4099-99e9-a1c5df4e87e8" providerId="ADAL" clId="{A707F61F-0443-44D0-9605-3287C54E0FFD}" dt="2025-11-13T21:32:45.680" v="1049" actId="113"/>
        <pc:sldMkLst>
          <pc:docMk/>
          <pc:sldMk cId="1887623173" sldId="523"/>
        </pc:sldMkLst>
        <pc:spChg chg="mod">
          <ac:chgData name="Ramiro Rego Álvarez" userId="f03bea09-59f9-4099-99e9-a1c5df4e87e8" providerId="ADAL" clId="{A707F61F-0443-44D0-9605-3287C54E0FFD}" dt="2025-11-13T21:32:45.680" v="1049" actId="113"/>
          <ac:spMkLst>
            <pc:docMk/>
            <pc:sldMk cId="1887623173" sldId="523"/>
            <ac:spMk id="3" creationId="{2557C43C-3D41-0309-2433-DE85071154D9}"/>
          </ac:spMkLst>
        </pc:spChg>
      </pc:sldChg>
      <pc:sldChg chg="modSp add mod">
        <pc:chgData name="Ramiro Rego Álvarez" userId="f03bea09-59f9-4099-99e9-a1c5df4e87e8" providerId="ADAL" clId="{A707F61F-0443-44D0-9605-3287C54E0FFD}" dt="2025-11-13T21:46:31.105" v="1061" actId="113"/>
        <pc:sldMkLst>
          <pc:docMk/>
          <pc:sldMk cId="3091053882" sldId="524"/>
        </pc:sldMkLst>
        <pc:spChg chg="mod">
          <ac:chgData name="Ramiro Rego Álvarez" userId="f03bea09-59f9-4099-99e9-a1c5df4e87e8" providerId="ADAL" clId="{A707F61F-0443-44D0-9605-3287C54E0FFD}" dt="2025-11-13T21:46:31.105" v="1061" actId="113"/>
          <ac:spMkLst>
            <pc:docMk/>
            <pc:sldMk cId="3091053882" sldId="524"/>
            <ac:spMk id="3" creationId="{2557C43C-3D41-0309-2433-DE85071154D9}"/>
          </ac:spMkLst>
        </pc:spChg>
      </pc:sldChg>
      <pc:sldChg chg="add">
        <pc:chgData name="Ramiro Rego Álvarez" userId="f03bea09-59f9-4099-99e9-a1c5df4e87e8" providerId="ADAL" clId="{A707F61F-0443-44D0-9605-3287C54E0FFD}" dt="2025-11-13T21:47:00.874" v="1071"/>
        <pc:sldMkLst>
          <pc:docMk/>
          <pc:sldMk cId="2455183884" sldId="525"/>
        </pc:sldMkLst>
      </pc:sldChg>
      <pc:sldChg chg="modSp add mod">
        <pc:chgData name="Ramiro Rego Álvarez" userId="f03bea09-59f9-4099-99e9-a1c5df4e87e8" providerId="ADAL" clId="{A707F61F-0443-44D0-9605-3287C54E0FFD}" dt="2025-11-13T21:48:43.859" v="1090" actId="113"/>
        <pc:sldMkLst>
          <pc:docMk/>
          <pc:sldMk cId="2641954261" sldId="526"/>
        </pc:sldMkLst>
        <pc:spChg chg="mod">
          <ac:chgData name="Ramiro Rego Álvarez" userId="f03bea09-59f9-4099-99e9-a1c5df4e87e8" providerId="ADAL" clId="{A707F61F-0443-44D0-9605-3287C54E0FFD}" dt="2025-11-13T21:48:43.859" v="1090" actId="113"/>
          <ac:spMkLst>
            <pc:docMk/>
            <pc:sldMk cId="2641954261" sldId="526"/>
            <ac:spMk id="3" creationId="{2557C43C-3D41-0309-2433-DE85071154D9}"/>
          </ac:spMkLst>
        </pc:spChg>
      </pc:sldChg>
      <pc:sldChg chg="modSp add mod">
        <pc:chgData name="Ramiro Rego Álvarez" userId="f03bea09-59f9-4099-99e9-a1c5df4e87e8" providerId="ADAL" clId="{A707F61F-0443-44D0-9605-3287C54E0FFD}" dt="2025-11-13T21:49:17.148" v="1098" actId="113"/>
        <pc:sldMkLst>
          <pc:docMk/>
          <pc:sldMk cId="2333606815" sldId="527"/>
        </pc:sldMkLst>
        <pc:spChg chg="mod">
          <ac:chgData name="Ramiro Rego Álvarez" userId="f03bea09-59f9-4099-99e9-a1c5df4e87e8" providerId="ADAL" clId="{A707F61F-0443-44D0-9605-3287C54E0FFD}" dt="2025-11-13T21:49:17.148" v="1098" actId="113"/>
          <ac:spMkLst>
            <pc:docMk/>
            <pc:sldMk cId="2333606815" sldId="527"/>
            <ac:spMk id="3" creationId="{2557C43C-3D41-0309-2433-DE85071154D9}"/>
          </ac:spMkLst>
        </pc:spChg>
      </pc:sldChg>
      <pc:sldChg chg="modSp add mod">
        <pc:chgData name="Ramiro Rego Álvarez" userId="f03bea09-59f9-4099-99e9-a1c5df4e87e8" providerId="ADAL" clId="{A707F61F-0443-44D0-9605-3287C54E0FFD}" dt="2025-11-13T22:08:09.122" v="1131" actId="113"/>
        <pc:sldMkLst>
          <pc:docMk/>
          <pc:sldMk cId="2043979588" sldId="528"/>
        </pc:sldMkLst>
        <pc:spChg chg="mod">
          <ac:chgData name="Ramiro Rego Álvarez" userId="f03bea09-59f9-4099-99e9-a1c5df4e87e8" providerId="ADAL" clId="{A707F61F-0443-44D0-9605-3287C54E0FFD}" dt="2025-11-13T22:08:09.122" v="1131" actId="113"/>
          <ac:spMkLst>
            <pc:docMk/>
            <pc:sldMk cId="2043979588" sldId="528"/>
            <ac:spMk id="3" creationId="{2557C43C-3D41-0309-2433-DE85071154D9}"/>
          </ac:spMkLst>
        </pc:spChg>
      </pc:sldChg>
      <pc:sldChg chg="modSp add mod">
        <pc:chgData name="Ramiro Rego Álvarez" userId="f03bea09-59f9-4099-99e9-a1c5df4e87e8" providerId="ADAL" clId="{A707F61F-0443-44D0-9605-3287C54E0FFD}" dt="2025-11-13T22:08:43.060" v="1141" actId="113"/>
        <pc:sldMkLst>
          <pc:docMk/>
          <pc:sldMk cId="747828290" sldId="529"/>
        </pc:sldMkLst>
        <pc:spChg chg="mod">
          <ac:chgData name="Ramiro Rego Álvarez" userId="f03bea09-59f9-4099-99e9-a1c5df4e87e8" providerId="ADAL" clId="{A707F61F-0443-44D0-9605-3287C54E0FFD}" dt="2025-11-13T22:08:43.060" v="1141" actId="113"/>
          <ac:spMkLst>
            <pc:docMk/>
            <pc:sldMk cId="747828290" sldId="529"/>
            <ac:spMk id="3" creationId="{2557C43C-3D41-0309-2433-DE85071154D9}"/>
          </ac:spMkLst>
        </pc:spChg>
      </pc:sldChg>
      <pc:sldChg chg="modSp add mod">
        <pc:chgData name="Ramiro Rego Álvarez" userId="f03bea09-59f9-4099-99e9-a1c5df4e87e8" providerId="ADAL" clId="{A707F61F-0443-44D0-9605-3287C54E0FFD}" dt="2025-11-13T22:14:39.647" v="1152" actId="113"/>
        <pc:sldMkLst>
          <pc:docMk/>
          <pc:sldMk cId="2280135942" sldId="530"/>
        </pc:sldMkLst>
        <pc:spChg chg="mod">
          <ac:chgData name="Ramiro Rego Álvarez" userId="f03bea09-59f9-4099-99e9-a1c5df4e87e8" providerId="ADAL" clId="{A707F61F-0443-44D0-9605-3287C54E0FFD}" dt="2025-11-13T22:14:39.647" v="1152" actId="113"/>
          <ac:spMkLst>
            <pc:docMk/>
            <pc:sldMk cId="2280135942" sldId="530"/>
            <ac:spMk id="3" creationId="{2557C43C-3D41-0309-2433-DE85071154D9}"/>
          </ac:spMkLst>
        </pc:spChg>
      </pc:sldChg>
      <pc:sldChg chg="modSp add mod">
        <pc:chgData name="Ramiro Rego Álvarez" userId="f03bea09-59f9-4099-99e9-a1c5df4e87e8" providerId="ADAL" clId="{A707F61F-0443-44D0-9605-3287C54E0FFD}" dt="2025-11-13T22:37:06.493" v="1162" actId="113"/>
        <pc:sldMkLst>
          <pc:docMk/>
          <pc:sldMk cId="3980636315" sldId="531"/>
        </pc:sldMkLst>
        <pc:spChg chg="mod">
          <ac:chgData name="Ramiro Rego Álvarez" userId="f03bea09-59f9-4099-99e9-a1c5df4e87e8" providerId="ADAL" clId="{A707F61F-0443-44D0-9605-3287C54E0FFD}" dt="2025-11-13T22:37:06.493" v="1162" actId="113"/>
          <ac:spMkLst>
            <pc:docMk/>
            <pc:sldMk cId="3980636315" sldId="531"/>
            <ac:spMk id="3" creationId="{2557C43C-3D41-0309-2433-DE85071154D9}"/>
          </ac:spMkLst>
        </pc:spChg>
      </pc:sldChg>
      <pc:sldChg chg="add">
        <pc:chgData name="Ramiro Rego Álvarez" userId="f03bea09-59f9-4099-99e9-a1c5df4e87e8" providerId="ADAL" clId="{A707F61F-0443-44D0-9605-3287C54E0FFD}" dt="2025-11-13T22:37:38.187" v="1177"/>
        <pc:sldMkLst>
          <pc:docMk/>
          <pc:sldMk cId="1581522689" sldId="532"/>
        </pc:sldMkLst>
      </pc:sldChg>
      <pc:sldChg chg="add">
        <pc:chgData name="Ramiro Rego Álvarez" userId="f03bea09-59f9-4099-99e9-a1c5df4e87e8" providerId="ADAL" clId="{A707F61F-0443-44D0-9605-3287C54E0FFD}" dt="2025-11-13T22:37:45.040" v="1179"/>
        <pc:sldMkLst>
          <pc:docMk/>
          <pc:sldMk cId="581843242" sldId="533"/>
        </pc:sldMkLst>
      </pc:sldChg>
      <pc:sldChg chg="add">
        <pc:chgData name="Ramiro Rego Álvarez" userId="f03bea09-59f9-4099-99e9-a1c5df4e87e8" providerId="ADAL" clId="{A707F61F-0443-44D0-9605-3287C54E0FFD}" dt="2025-11-13T22:38:23.756" v="1190"/>
        <pc:sldMkLst>
          <pc:docMk/>
          <pc:sldMk cId="2405764524" sldId="534"/>
        </pc:sldMkLst>
      </pc:sldChg>
      <pc:sldChg chg="addSp delSp modSp add mod ord">
        <pc:chgData name="Ramiro Rego Álvarez" userId="f03bea09-59f9-4099-99e9-a1c5df4e87e8" providerId="ADAL" clId="{A707F61F-0443-44D0-9605-3287C54E0FFD}" dt="2025-12-10T20:37:14.018" v="1321" actId="20577"/>
        <pc:sldMkLst>
          <pc:docMk/>
          <pc:sldMk cId="393391604" sldId="535"/>
        </pc:sldMkLst>
        <pc:spChg chg="mod">
          <ac:chgData name="Ramiro Rego Álvarez" userId="f03bea09-59f9-4099-99e9-a1c5df4e87e8" providerId="ADAL" clId="{A707F61F-0443-44D0-9605-3287C54E0FFD}" dt="2025-12-10T20:36:07.369" v="1301" actId="20577"/>
          <ac:spMkLst>
            <pc:docMk/>
            <pc:sldMk cId="393391604" sldId="535"/>
            <ac:spMk id="2" creationId="{1F1C788A-47E4-E11D-85E0-731C75960702}"/>
          </ac:spMkLst>
        </pc:spChg>
        <pc:spChg chg="add del mod">
          <ac:chgData name="Ramiro Rego Álvarez" userId="f03bea09-59f9-4099-99e9-a1c5df4e87e8" providerId="ADAL" clId="{A707F61F-0443-44D0-9605-3287C54E0FFD}" dt="2025-12-10T20:37:14.018" v="1321" actId="20577"/>
          <ac:spMkLst>
            <pc:docMk/>
            <pc:sldMk cId="393391604" sldId="535"/>
            <ac:spMk id="3" creationId="{2557C43C-3D41-0309-2433-DE85071154D9}"/>
          </ac:spMkLst>
        </pc:spChg>
        <pc:spChg chg="add">
          <ac:chgData name="Ramiro Rego Álvarez" userId="f03bea09-59f9-4099-99e9-a1c5df4e87e8" providerId="ADAL" clId="{A707F61F-0443-44D0-9605-3287C54E0FFD}" dt="2025-12-10T20:35:44.380" v="1295"/>
          <ac:spMkLst>
            <pc:docMk/>
            <pc:sldMk cId="393391604" sldId="535"/>
            <ac:spMk id="4" creationId="{3D9BBED8-4396-9D59-E8F3-94262B67965B}"/>
          </ac:spMkLst>
        </pc:spChg>
        <pc:spChg chg="add mod">
          <ac:chgData name="Ramiro Rego Álvarez" userId="f03bea09-59f9-4099-99e9-a1c5df4e87e8" providerId="ADAL" clId="{A707F61F-0443-44D0-9605-3287C54E0FFD}" dt="2025-12-10T20:35:49.820" v="1297"/>
          <ac:spMkLst>
            <pc:docMk/>
            <pc:sldMk cId="393391604" sldId="535"/>
            <ac:spMk id="5" creationId="{6EDCF888-CDC5-0678-18E3-5E4F007F6C11}"/>
          </ac:spMkLst>
        </pc:spChg>
        <pc:spChg chg="add mod">
          <ac:chgData name="Ramiro Rego Álvarez" userId="f03bea09-59f9-4099-99e9-a1c5df4e87e8" providerId="ADAL" clId="{A707F61F-0443-44D0-9605-3287C54E0FFD}" dt="2025-12-10T20:35:52.939" v="1299"/>
          <ac:spMkLst>
            <pc:docMk/>
            <pc:sldMk cId="393391604" sldId="535"/>
            <ac:spMk id="6" creationId="{0604D794-5046-C97D-37C6-6435127C9839}"/>
          </ac:spMkLst>
        </pc:spChg>
        <pc:spChg chg="add mod">
          <ac:chgData name="Ramiro Rego Álvarez" userId="f03bea09-59f9-4099-99e9-a1c5df4e87e8" providerId="ADAL" clId="{A707F61F-0443-44D0-9605-3287C54E0FFD}" dt="2025-12-10T20:36:26.022" v="1303"/>
          <ac:spMkLst>
            <pc:docMk/>
            <pc:sldMk cId="393391604" sldId="535"/>
            <ac:spMk id="7" creationId="{7AC981E5-1E66-75CB-A5E3-08384AE38041}"/>
          </ac:spMkLst>
        </pc:spChg>
      </pc:sldChg>
      <pc:sldChg chg="modSp add del mod">
        <pc:chgData name="Ramiro Rego Álvarez" userId="f03bea09-59f9-4099-99e9-a1c5df4e87e8" providerId="ADAL" clId="{A707F61F-0443-44D0-9605-3287C54E0FFD}" dt="2025-12-10T21:50:54.912" v="1464" actId="47"/>
        <pc:sldMkLst>
          <pc:docMk/>
          <pc:sldMk cId="1601945127" sldId="536"/>
        </pc:sldMkLst>
        <pc:spChg chg="mod">
          <ac:chgData name="Ramiro Rego Álvarez" userId="f03bea09-59f9-4099-99e9-a1c5df4e87e8" providerId="ADAL" clId="{A707F61F-0443-44D0-9605-3287C54E0FFD}" dt="2025-12-10T20:50:28.391" v="1404" actId="20577"/>
          <ac:spMkLst>
            <pc:docMk/>
            <pc:sldMk cId="1601945127" sldId="536"/>
            <ac:spMk id="2" creationId="{1F1C788A-47E4-E11D-85E0-731C75960702}"/>
          </ac:spMkLst>
        </pc:spChg>
      </pc:sldChg>
      <pc:sldChg chg="modSp add mod">
        <pc:chgData name="Ramiro Rego Álvarez" userId="f03bea09-59f9-4099-99e9-a1c5df4e87e8" providerId="ADAL" clId="{A707F61F-0443-44D0-9605-3287C54E0FFD}" dt="2025-12-10T21:48:28.853" v="1456" actId="20577"/>
        <pc:sldMkLst>
          <pc:docMk/>
          <pc:sldMk cId="353958691" sldId="537"/>
        </pc:sldMkLst>
        <pc:spChg chg="mod">
          <ac:chgData name="Ramiro Rego Álvarez" userId="f03bea09-59f9-4099-99e9-a1c5df4e87e8" providerId="ADAL" clId="{A707F61F-0443-44D0-9605-3287C54E0FFD}" dt="2025-12-10T21:48:17.043" v="1454"/>
          <ac:spMkLst>
            <pc:docMk/>
            <pc:sldMk cId="353958691" sldId="537"/>
            <ac:spMk id="2" creationId="{1F1C788A-47E4-E11D-85E0-731C75960702}"/>
          </ac:spMkLst>
        </pc:spChg>
        <pc:spChg chg="mod">
          <ac:chgData name="Ramiro Rego Álvarez" userId="f03bea09-59f9-4099-99e9-a1c5df4e87e8" providerId="ADAL" clId="{A707F61F-0443-44D0-9605-3287C54E0FFD}" dt="2025-12-10T21:48:28.853" v="1456" actId="20577"/>
          <ac:spMkLst>
            <pc:docMk/>
            <pc:sldMk cId="353958691" sldId="537"/>
            <ac:spMk id="3" creationId="{2557C43C-3D41-0309-2433-DE85071154D9}"/>
          </ac:spMkLst>
        </pc:spChg>
      </pc:sldChg>
      <pc:sldChg chg="modSp add mod">
        <pc:chgData name="Ramiro Rego Álvarez" userId="f03bea09-59f9-4099-99e9-a1c5df4e87e8" providerId="ADAL" clId="{A707F61F-0443-44D0-9605-3287C54E0FFD}" dt="2025-12-10T21:50:40.453" v="1461" actId="20577"/>
        <pc:sldMkLst>
          <pc:docMk/>
          <pc:sldMk cId="2538556694" sldId="538"/>
        </pc:sldMkLst>
        <pc:spChg chg="mod">
          <ac:chgData name="Ramiro Rego Álvarez" userId="f03bea09-59f9-4099-99e9-a1c5df4e87e8" providerId="ADAL" clId="{A707F61F-0443-44D0-9605-3287C54E0FFD}" dt="2025-12-10T21:49:10.131" v="1459"/>
          <ac:spMkLst>
            <pc:docMk/>
            <pc:sldMk cId="2538556694" sldId="538"/>
            <ac:spMk id="2" creationId="{1F1C788A-47E4-E11D-85E0-731C75960702}"/>
          </ac:spMkLst>
        </pc:spChg>
        <pc:spChg chg="mod">
          <ac:chgData name="Ramiro Rego Álvarez" userId="f03bea09-59f9-4099-99e9-a1c5df4e87e8" providerId="ADAL" clId="{A707F61F-0443-44D0-9605-3287C54E0FFD}" dt="2025-12-10T21:50:40.453" v="1461" actId="20577"/>
          <ac:spMkLst>
            <pc:docMk/>
            <pc:sldMk cId="2538556694" sldId="538"/>
            <ac:spMk id="3" creationId="{2557C43C-3D41-0309-2433-DE85071154D9}"/>
          </ac:spMkLst>
        </pc:spChg>
      </pc:sldChg>
      <pc:sldChg chg="add del">
        <pc:chgData name="Ramiro Rego Álvarez" userId="f03bea09-59f9-4099-99e9-a1c5df4e87e8" providerId="ADAL" clId="{A707F61F-0443-44D0-9605-3287C54E0FFD}" dt="2025-12-10T21:50:54.912" v="1464" actId="47"/>
        <pc:sldMkLst>
          <pc:docMk/>
          <pc:sldMk cId="851509833" sldId="539"/>
        </pc:sldMkLst>
      </pc:sldChg>
      <pc:sldChg chg="add del">
        <pc:chgData name="Ramiro Rego Álvarez" userId="f03bea09-59f9-4099-99e9-a1c5df4e87e8" providerId="ADAL" clId="{A707F61F-0443-44D0-9605-3287C54E0FFD}" dt="2025-12-10T21:50:54.912" v="1464" actId="47"/>
        <pc:sldMkLst>
          <pc:docMk/>
          <pc:sldMk cId="2564736108" sldId="540"/>
        </pc:sldMkLst>
      </pc:sldChg>
      <pc:sldChg chg="add del">
        <pc:chgData name="Ramiro Rego Álvarez" userId="f03bea09-59f9-4099-99e9-a1c5df4e87e8" providerId="ADAL" clId="{A707F61F-0443-44D0-9605-3287C54E0FFD}" dt="2025-12-10T21:50:54.912" v="1464" actId="47"/>
        <pc:sldMkLst>
          <pc:docMk/>
          <pc:sldMk cId="1009120979" sldId="541"/>
        </pc:sldMkLst>
      </pc:sldChg>
      <pc:sldChg chg="add del">
        <pc:chgData name="Ramiro Rego Álvarez" userId="f03bea09-59f9-4099-99e9-a1c5df4e87e8" providerId="ADAL" clId="{A707F61F-0443-44D0-9605-3287C54E0FFD}" dt="2025-12-10T21:50:54.912" v="1464" actId="47"/>
        <pc:sldMkLst>
          <pc:docMk/>
          <pc:sldMk cId="1832046428" sldId="542"/>
        </pc:sldMkLst>
      </pc:sldChg>
      <pc:sldChg chg="modSp add mod">
        <pc:chgData name="Ramiro Rego Álvarez" userId="f03bea09-59f9-4099-99e9-a1c5df4e87e8" providerId="ADAL" clId="{A707F61F-0443-44D0-9605-3287C54E0FFD}" dt="2025-12-10T20:48:21.975" v="1350"/>
        <pc:sldMkLst>
          <pc:docMk/>
          <pc:sldMk cId="1046493995" sldId="543"/>
        </pc:sldMkLst>
        <pc:spChg chg="mod">
          <ac:chgData name="Ramiro Rego Álvarez" userId="f03bea09-59f9-4099-99e9-a1c5df4e87e8" providerId="ADAL" clId="{A707F61F-0443-44D0-9605-3287C54E0FFD}" dt="2025-12-10T20:44:44.725" v="1335" actId="20577"/>
          <ac:spMkLst>
            <pc:docMk/>
            <pc:sldMk cId="1046493995" sldId="543"/>
            <ac:spMk id="2" creationId="{1F1C788A-47E4-E11D-85E0-731C75960702}"/>
          </ac:spMkLst>
        </pc:spChg>
        <pc:spChg chg="mod">
          <ac:chgData name="Ramiro Rego Álvarez" userId="f03bea09-59f9-4099-99e9-a1c5df4e87e8" providerId="ADAL" clId="{A707F61F-0443-44D0-9605-3287C54E0FFD}" dt="2025-12-10T20:48:21.975" v="1350"/>
          <ac:spMkLst>
            <pc:docMk/>
            <pc:sldMk cId="1046493995" sldId="543"/>
            <ac:spMk id="3" creationId="{2557C43C-3D41-0309-2433-DE85071154D9}"/>
          </ac:spMkLst>
        </pc:spChg>
      </pc:sldChg>
      <pc:sldChg chg="modSp add mod">
        <pc:chgData name="Ramiro Rego Álvarez" userId="f03bea09-59f9-4099-99e9-a1c5df4e87e8" providerId="ADAL" clId="{A707F61F-0443-44D0-9605-3287C54E0FFD}" dt="2025-12-10T20:54:55.987" v="1409"/>
        <pc:sldMkLst>
          <pc:docMk/>
          <pc:sldMk cId="2325255548" sldId="544"/>
        </pc:sldMkLst>
        <pc:spChg chg="mod">
          <ac:chgData name="Ramiro Rego Álvarez" userId="f03bea09-59f9-4099-99e9-a1c5df4e87e8" providerId="ADAL" clId="{A707F61F-0443-44D0-9605-3287C54E0FFD}" dt="2025-12-10T20:51:51.004" v="1405"/>
          <ac:spMkLst>
            <pc:docMk/>
            <pc:sldMk cId="2325255548" sldId="544"/>
            <ac:spMk id="2" creationId="{1F1C788A-47E4-E11D-85E0-731C75960702}"/>
          </ac:spMkLst>
        </pc:spChg>
        <pc:spChg chg="mod">
          <ac:chgData name="Ramiro Rego Álvarez" userId="f03bea09-59f9-4099-99e9-a1c5df4e87e8" providerId="ADAL" clId="{A707F61F-0443-44D0-9605-3287C54E0FFD}" dt="2025-12-10T20:54:55.987" v="1409"/>
          <ac:spMkLst>
            <pc:docMk/>
            <pc:sldMk cId="2325255548" sldId="544"/>
            <ac:spMk id="3" creationId="{2557C43C-3D41-0309-2433-DE85071154D9}"/>
          </ac:spMkLst>
        </pc:spChg>
      </pc:sldChg>
      <pc:sldChg chg="modSp add mod">
        <pc:chgData name="Ramiro Rego Álvarez" userId="f03bea09-59f9-4099-99e9-a1c5df4e87e8" providerId="ADAL" clId="{A707F61F-0443-44D0-9605-3287C54E0FFD}" dt="2025-12-10T20:56:06.602" v="1414" actId="20577"/>
        <pc:sldMkLst>
          <pc:docMk/>
          <pc:sldMk cId="3746913932" sldId="545"/>
        </pc:sldMkLst>
        <pc:spChg chg="mod">
          <ac:chgData name="Ramiro Rego Álvarez" userId="f03bea09-59f9-4099-99e9-a1c5df4e87e8" providerId="ADAL" clId="{A707F61F-0443-44D0-9605-3287C54E0FFD}" dt="2025-12-10T20:55:48.765" v="1412"/>
          <ac:spMkLst>
            <pc:docMk/>
            <pc:sldMk cId="3746913932" sldId="545"/>
            <ac:spMk id="2" creationId="{1F1C788A-47E4-E11D-85E0-731C75960702}"/>
          </ac:spMkLst>
        </pc:spChg>
        <pc:spChg chg="mod">
          <ac:chgData name="Ramiro Rego Álvarez" userId="f03bea09-59f9-4099-99e9-a1c5df4e87e8" providerId="ADAL" clId="{A707F61F-0443-44D0-9605-3287C54E0FFD}" dt="2025-12-10T20:56:06.602" v="1414" actId="20577"/>
          <ac:spMkLst>
            <pc:docMk/>
            <pc:sldMk cId="3746913932" sldId="545"/>
            <ac:spMk id="3" creationId="{2557C43C-3D41-0309-2433-DE85071154D9}"/>
          </ac:spMkLst>
        </pc:spChg>
      </pc:sldChg>
      <pc:sldChg chg="modSp add mod">
        <pc:chgData name="Ramiro Rego Álvarez" userId="f03bea09-59f9-4099-99e9-a1c5df4e87e8" providerId="ADAL" clId="{A707F61F-0443-44D0-9605-3287C54E0FFD}" dt="2025-12-10T21:41:11.157" v="1424" actId="20577"/>
        <pc:sldMkLst>
          <pc:docMk/>
          <pc:sldMk cId="3678198970" sldId="546"/>
        </pc:sldMkLst>
        <pc:spChg chg="mod">
          <ac:chgData name="Ramiro Rego Álvarez" userId="f03bea09-59f9-4099-99e9-a1c5df4e87e8" providerId="ADAL" clId="{A707F61F-0443-44D0-9605-3287C54E0FFD}" dt="2025-12-10T21:40:58.918" v="1422"/>
          <ac:spMkLst>
            <pc:docMk/>
            <pc:sldMk cId="3678198970" sldId="546"/>
            <ac:spMk id="2" creationId="{1F1C788A-47E4-E11D-85E0-731C75960702}"/>
          </ac:spMkLst>
        </pc:spChg>
        <pc:spChg chg="mod">
          <ac:chgData name="Ramiro Rego Álvarez" userId="f03bea09-59f9-4099-99e9-a1c5df4e87e8" providerId="ADAL" clId="{A707F61F-0443-44D0-9605-3287C54E0FFD}" dt="2025-12-10T21:41:11.157" v="1424" actId="20577"/>
          <ac:spMkLst>
            <pc:docMk/>
            <pc:sldMk cId="3678198970" sldId="546"/>
            <ac:spMk id="3" creationId="{2557C43C-3D41-0309-2433-DE85071154D9}"/>
          </ac:spMkLst>
        </pc:spChg>
      </pc:sldChg>
      <pc:sldChg chg="modSp add mod">
        <pc:chgData name="Ramiro Rego Álvarez" userId="f03bea09-59f9-4099-99e9-a1c5df4e87e8" providerId="ADAL" clId="{A707F61F-0443-44D0-9605-3287C54E0FFD}" dt="2025-12-10T21:42:04.080" v="1430"/>
        <pc:sldMkLst>
          <pc:docMk/>
          <pc:sldMk cId="1798306509" sldId="547"/>
        </pc:sldMkLst>
        <pc:spChg chg="mod">
          <ac:chgData name="Ramiro Rego Álvarez" userId="f03bea09-59f9-4099-99e9-a1c5df4e87e8" providerId="ADAL" clId="{A707F61F-0443-44D0-9605-3287C54E0FFD}" dt="2025-12-10T21:41:56.278" v="1429"/>
          <ac:spMkLst>
            <pc:docMk/>
            <pc:sldMk cId="1798306509" sldId="547"/>
            <ac:spMk id="2" creationId="{1F1C788A-47E4-E11D-85E0-731C75960702}"/>
          </ac:spMkLst>
        </pc:spChg>
        <pc:spChg chg="mod">
          <ac:chgData name="Ramiro Rego Álvarez" userId="f03bea09-59f9-4099-99e9-a1c5df4e87e8" providerId="ADAL" clId="{A707F61F-0443-44D0-9605-3287C54E0FFD}" dt="2025-12-10T21:42:04.080" v="1430"/>
          <ac:spMkLst>
            <pc:docMk/>
            <pc:sldMk cId="1798306509" sldId="547"/>
            <ac:spMk id="3" creationId="{2557C43C-3D41-0309-2433-DE85071154D9}"/>
          </ac:spMkLst>
        </pc:spChg>
      </pc:sldChg>
      <pc:sldChg chg="modSp add mod">
        <pc:chgData name="Ramiro Rego Álvarez" userId="f03bea09-59f9-4099-99e9-a1c5df4e87e8" providerId="ADAL" clId="{A707F61F-0443-44D0-9605-3287C54E0FFD}" dt="2025-12-10T21:42:46.300" v="1434"/>
        <pc:sldMkLst>
          <pc:docMk/>
          <pc:sldMk cId="1092878550" sldId="548"/>
        </pc:sldMkLst>
        <pc:spChg chg="mod">
          <ac:chgData name="Ramiro Rego Álvarez" userId="f03bea09-59f9-4099-99e9-a1c5df4e87e8" providerId="ADAL" clId="{A707F61F-0443-44D0-9605-3287C54E0FFD}" dt="2025-12-10T21:42:34.272" v="1433"/>
          <ac:spMkLst>
            <pc:docMk/>
            <pc:sldMk cId="1092878550" sldId="548"/>
            <ac:spMk id="2" creationId="{1F1C788A-47E4-E11D-85E0-731C75960702}"/>
          </ac:spMkLst>
        </pc:spChg>
        <pc:spChg chg="mod">
          <ac:chgData name="Ramiro Rego Álvarez" userId="f03bea09-59f9-4099-99e9-a1c5df4e87e8" providerId="ADAL" clId="{A707F61F-0443-44D0-9605-3287C54E0FFD}" dt="2025-12-10T21:42:46.300" v="1434"/>
          <ac:spMkLst>
            <pc:docMk/>
            <pc:sldMk cId="1092878550" sldId="548"/>
            <ac:spMk id="3" creationId="{2557C43C-3D41-0309-2433-DE85071154D9}"/>
          </ac:spMkLst>
        </pc:spChg>
      </pc:sldChg>
      <pc:sldChg chg="modSp add mod">
        <pc:chgData name="Ramiro Rego Álvarez" userId="f03bea09-59f9-4099-99e9-a1c5df4e87e8" providerId="ADAL" clId="{A707F61F-0443-44D0-9605-3287C54E0FFD}" dt="2025-12-10T21:43:54.829" v="1442" actId="20577"/>
        <pc:sldMkLst>
          <pc:docMk/>
          <pc:sldMk cId="2019060709" sldId="549"/>
        </pc:sldMkLst>
        <pc:spChg chg="mod">
          <ac:chgData name="Ramiro Rego Álvarez" userId="f03bea09-59f9-4099-99e9-a1c5df4e87e8" providerId="ADAL" clId="{A707F61F-0443-44D0-9605-3287C54E0FFD}" dt="2025-12-10T21:43:26.111" v="1438" actId="20577"/>
          <ac:spMkLst>
            <pc:docMk/>
            <pc:sldMk cId="2019060709" sldId="549"/>
            <ac:spMk id="2" creationId="{1F1C788A-47E4-E11D-85E0-731C75960702}"/>
          </ac:spMkLst>
        </pc:spChg>
        <pc:spChg chg="mod">
          <ac:chgData name="Ramiro Rego Álvarez" userId="f03bea09-59f9-4099-99e9-a1c5df4e87e8" providerId="ADAL" clId="{A707F61F-0443-44D0-9605-3287C54E0FFD}" dt="2025-12-10T21:43:54.829" v="1442" actId="20577"/>
          <ac:spMkLst>
            <pc:docMk/>
            <pc:sldMk cId="2019060709" sldId="549"/>
            <ac:spMk id="3" creationId="{2557C43C-3D41-0309-2433-DE85071154D9}"/>
          </ac:spMkLst>
        </pc:spChg>
      </pc:sldChg>
      <pc:sldChg chg="modSp add mod">
        <pc:chgData name="Ramiro Rego Álvarez" userId="f03bea09-59f9-4099-99e9-a1c5df4e87e8" providerId="ADAL" clId="{A707F61F-0443-44D0-9605-3287C54E0FFD}" dt="2025-12-10T21:45:08.447" v="1451" actId="6549"/>
        <pc:sldMkLst>
          <pc:docMk/>
          <pc:sldMk cId="1044232237" sldId="550"/>
        </pc:sldMkLst>
        <pc:spChg chg="mod">
          <ac:chgData name="Ramiro Rego Álvarez" userId="f03bea09-59f9-4099-99e9-a1c5df4e87e8" providerId="ADAL" clId="{A707F61F-0443-44D0-9605-3287C54E0FFD}" dt="2025-12-10T21:45:00.125" v="1449"/>
          <ac:spMkLst>
            <pc:docMk/>
            <pc:sldMk cId="1044232237" sldId="550"/>
            <ac:spMk id="2" creationId="{1F1C788A-47E4-E11D-85E0-731C75960702}"/>
          </ac:spMkLst>
        </pc:spChg>
        <pc:spChg chg="mod">
          <ac:chgData name="Ramiro Rego Álvarez" userId="f03bea09-59f9-4099-99e9-a1c5df4e87e8" providerId="ADAL" clId="{A707F61F-0443-44D0-9605-3287C54E0FFD}" dt="2025-12-10T21:45:08.447" v="1451" actId="6549"/>
          <ac:spMkLst>
            <pc:docMk/>
            <pc:sldMk cId="1044232237" sldId="550"/>
            <ac:spMk id="3" creationId="{2557C43C-3D41-0309-2433-DE85071154D9}"/>
          </ac:spMkLst>
        </pc:spChg>
      </pc:sldChg>
      <pc:sldChg chg="modSp add mod">
        <pc:chgData name="Ramiro Rego Álvarez" userId="f03bea09-59f9-4099-99e9-a1c5df4e87e8" providerId="ADAL" clId="{A707F61F-0443-44D0-9605-3287C54E0FFD}" dt="2025-12-10T20:37:26.878" v="1323" actId="113"/>
        <pc:sldMkLst>
          <pc:docMk/>
          <pc:sldMk cId="4138623960" sldId="551"/>
        </pc:sldMkLst>
        <pc:spChg chg="mod">
          <ac:chgData name="Ramiro Rego Álvarez" userId="f03bea09-59f9-4099-99e9-a1c5df4e87e8" providerId="ADAL" clId="{A707F61F-0443-44D0-9605-3287C54E0FFD}" dt="2025-12-10T20:37:26.878" v="1323" actId="113"/>
          <ac:spMkLst>
            <pc:docMk/>
            <pc:sldMk cId="4138623960" sldId="551"/>
            <ac:spMk id="3" creationId="{2557C43C-3D41-0309-2433-DE85071154D9}"/>
          </ac:spMkLst>
        </pc:spChg>
      </pc:sldChg>
      <pc:sldChg chg="modSp add mod">
        <pc:chgData name="Ramiro Rego Álvarez" userId="f03bea09-59f9-4099-99e9-a1c5df4e87e8" providerId="ADAL" clId="{A707F61F-0443-44D0-9605-3287C54E0FFD}" dt="2025-12-10T20:48:36.671" v="1352" actId="113"/>
        <pc:sldMkLst>
          <pc:docMk/>
          <pc:sldMk cId="2264348232" sldId="552"/>
        </pc:sldMkLst>
        <pc:spChg chg="mod">
          <ac:chgData name="Ramiro Rego Álvarez" userId="f03bea09-59f9-4099-99e9-a1c5df4e87e8" providerId="ADAL" clId="{A707F61F-0443-44D0-9605-3287C54E0FFD}" dt="2025-12-10T20:48:36.671" v="1352" actId="113"/>
          <ac:spMkLst>
            <pc:docMk/>
            <pc:sldMk cId="2264348232" sldId="552"/>
            <ac:spMk id="3" creationId="{2557C43C-3D41-0309-2433-DE85071154D9}"/>
          </ac:spMkLst>
        </pc:spChg>
      </pc:sldChg>
      <pc:sldChg chg="modSp add mod">
        <pc:chgData name="Ramiro Rego Álvarez" userId="f03bea09-59f9-4099-99e9-a1c5df4e87e8" providerId="ADAL" clId="{A707F61F-0443-44D0-9605-3287C54E0FFD}" dt="2025-12-10T20:55:05.129" v="1411" actId="113"/>
        <pc:sldMkLst>
          <pc:docMk/>
          <pc:sldMk cId="1466625137" sldId="553"/>
        </pc:sldMkLst>
        <pc:spChg chg="mod">
          <ac:chgData name="Ramiro Rego Álvarez" userId="f03bea09-59f9-4099-99e9-a1c5df4e87e8" providerId="ADAL" clId="{A707F61F-0443-44D0-9605-3287C54E0FFD}" dt="2025-12-10T20:55:05.129" v="1411" actId="113"/>
          <ac:spMkLst>
            <pc:docMk/>
            <pc:sldMk cId="1466625137" sldId="553"/>
            <ac:spMk id="3" creationId="{2557C43C-3D41-0309-2433-DE85071154D9}"/>
          </ac:spMkLst>
        </pc:spChg>
      </pc:sldChg>
      <pc:sldChg chg="modSp add mod">
        <pc:chgData name="Ramiro Rego Álvarez" userId="f03bea09-59f9-4099-99e9-a1c5df4e87e8" providerId="ADAL" clId="{A707F61F-0443-44D0-9605-3287C54E0FFD}" dt="2025-12-10T20:56:18.892" v="1416" actId="113"/>
        <pc:sldMkLst>
          <pc:docMk/>
          <pc:sldMk cId="4226169669" sldId="554"/>
        </pc:sldMkLst>
        <pc:spChg chg="mod">
          <ac:chgData name="Ramiro Rego Álvarez" userId="f03bea09-59f9-4099-99e9-a1c5df4e87e8" providerId="ADAL" clId="{A707F61F-0443-44D0-9605-3287C54E0FFD}" dt="2025-12-10T20:56:18.892" v="1416" actId="113"/>
          <ac:spMkLst>
            <pc:docMk/>
            <pc:sldMk cId="4226169669" sldId="554"/>
            <ac:spMk id="3" creationId="{2557C43C-3D41-0309-2433-DE85071154D9}"/>
          </ac:spMkLst>
        </pc:spChg>
      </pc:sldChg>
      <pc:sldChg chg="add del">
        <pc:chgData name="Ramiro Rego Álvarez" userId="f03bea09-59f9-4099-99e9-a1c5df4e87e8" providerId="ADAL" clId="{A707F61F-0443-44D0-9605-3287C54E0FFD}" dt="2025-12-10T21:40:44.030" v="1420"/>
        <pc:sldMkLst>
          <pc:docMk/>
          <pc:sldMk cId="2162707122" sldId="555"/>
        </pc:sldMkLst>
      </pc:sldChg>
      <pc:sldChg chg="modSp add mod">
        <pc:chgData name="Ramiro Rego Álvarez" userId="f03bea09-59f9-4099-99e9-a1c5df4e87e8" providerId="ADAL" clId="{A707F61F-0443-44D0-9605-3287C54E0FFD}" dt="2025-12-10T21:41:18.124" v="1426" actId="113"/>
        <pc:sldMkLst>
          <pc:docMk/>
          <pc:sldMk cId="3267363737" sldId="555"/>
        </pc:sldMkLst>
        <pc:spChg chg="mod">
          <ac:chgData name="Ramiro Rego Álvarez" userId="f03bea09-59f9-4099-99e9-a1c5df4e87e8" providerId="ADAL" clId="{A707F61F-0443-44D0-9605-3287C54E0FFD}" dt="2025-12-10T21:41:18.124" v="1426" actId="113"/>
          <ac:spMkLst>
            <pc:docMk/>
            <pc:sldMk cId="3267363737" sldId="555"/>
            <ac:spMk id="3" creationId="{2557C43C-3D41-0309-2433-DE85071154D9}"/>
          </ac:spMkLst>
        </pc:spChg>
      </pc:sldChg>
      <pc:sldChg chg="modSp add mod">
        <pc:chgData name="Ramiro Rego Álvarez" userId="f03bea09-59f9-4099-99e9-a1c5df4e87e8" providerId="ADAL" clId="{A707F61F-0443-44D0-9605-3287C54E0FFD}" dt="2025-12-10T21:42:12.985" v="1432" actId="113"/>
        <pc:sldMkLst>
          <pc:docMk/>
          <pc:sldMk cId="1405176574" sldId="556"/>
        </pc:sldMkLst>
        <pc:spChg chg="mod">
          <ac:chgData name="Ramiro Rego Álvarez" userId="f03bea09-59f9-4099-99e9-a1c5df4e87e8" providerId="ADAL" clId="{A707F61F-0443-44D0-9605-3287C54E0FFD}" dt="2025-12-10T21:42:12.985" v="1432" actId="113"/>
          <ac:spMkLst>
            <pc:docMk/>
            <pc:sldMk cId="1405176574" sldId="556"/>
            <ac:spMk id="3" creationId="{2557C43C-3D41-0309-2433-DE85071154D9}"/>
          </ac:spMkLst>
        </pc:spChg>
      </pc:sldChg>
      <pc:sldChg chg="modSp add mod ord">
        <pc:chgData name="Ramiro Rego Álvarez" userId="f03bea09-59f9-4099-99e9-a1c5df4e87e8" providerId="ADAL" clId="{A707F61F-0443-44D0-9605-3287C54E0FFD}" dt="2025-12-10T21:43:59.132" v="1446"/>
        <pc:sldMkLst>
          <pc:docMk/>
          <pc:sldMk cId="3525337381" sldId="557"/>
        </pc:sldMkLst>
        <pc:spChg chg="mod">
          <ac:chgData name="Ramiro Rego Álvarez" userId="f03bea09-59f9-4099-99e9-a1c5df4e87e8" providerId="ADAL" clId="{A707F61F-0443-44D0-9605-3287C54E0FFD}" dt="2025-12-10T21:43:00.491" v="1436" actId="113"/>
          <ac:spMkLst>
            <pc:docMk/>
            <pc:sldMk cId="3525337381" sldId="557"/>
            <ac:spMk id="3" creationId="{2557C43C-3D41-0309-2433-DE85071154D9}"/>
          </ac:spMkLst>
        </pc:spChg>
      </pc:sldChg>
      <pc:sldChg chg="modSp add mod">
        <pc:chgData name="Ramiro Rego Álvarez" userId="f03bea09-59f9-4099-99e9-a1c5df4e87e8" providerId="ADAL" clId="{A707F61F-0443-44D0-9605-3287C54E0FFD}" dt="2025-12-10T21:44:12.868" v="1448" actId="113"/>
        <pc:sldMkLst>
          <pc:docMk/>
          <pc:sldMk cId="1093962818" sldId="558"/>
        </pc:sldMkLst>
        <pc:spChg chg="mod">
          <ac:chgData name="Ramiro Rego Álvarez" userId="f03bea09-59f9-4099-99e9-a1c5df4e87e8" providerId="ADAL" clId="{A707F61F-0443-44D0-9605-3287C54E0FFD}" dt="2025-12-10T21:44:12.868" v="1448" actId="113"/>
          <ac:spMkLst>
            <pc:docMk/>
            <pc:sldMk cId="1093962818" sldId="558"/>
            <ac:spMk id="3" creationId="{2557C43C-3D41-0309-2433-DE85071154D9}"/>
          </ac:spMkLst>
        </pc:spChg>
      </pc:sldChg>
      <pc:sldChg chg="modSp add mod">
        <pc:chgData name="Ramiro Rego Álvarez" userId="f03bea09-59f9-4099-99e9-a1c5df4e87e8" providerId="ADAL" clId="{A707F61F-0443-44D0-9605-3287C54E0FFD}" dt="2025-12-10T21:46:08.060" v="1453" actId="113"/>
        <pc:sldMkLst>
          <pc:docMk/>
          <pc:sldMk cId="3013180018" sldId="559"/>
        </pc:sldMkLst>
        <pc:spChg chg="mod">
          <ac:chgData name="Ramiro Rego Álvarez" userId="f03bea09-59f9-4099-99e9-a1c5df4e87e8" providerId="ADAL" clId="{A707F61F-0443-44D0-9605-3287C54E0FFD}" dt="2025-12-10T21:46:08.060" v="1453" actId="113"/>
          <ac:spMkLst>
            <pc:docMk/>
            <pc:sldMk cId="3013180018" sldId="559"/>
            <ac:spMk id="3" creationId="{2557C43C-3D41-0309-2433-DE85071154D9}"/>
          </ac:spMkLst>
        </pc:spChg>
      </pc:sldChg>
      <pc:sldChg chg="modSp add mod">
        <pc:chgData name="Ramiro Rego Álvarez" userId="f03bea09-59f9-4099-99e9-a1c5df4e87e8" providerId="ADAL" clId="{A707F61F-0443-44D0-9605-3287C54E0FFD}" dt="2025-12-10T21:48:36.662" v="1458" actId="113"/>
        <pc:sldMkLst>
          <pc:docMk/>
          <pc:sldMk cId="241456426" sldId="560"/>
        </pc:sldMkLst>
        <pc:spChg chg="mod">
          <ac:chgData name="Ramiro Rego Álvarez" userId="f03bea09-59f9-4099-99e9-a1c5df4e87e8" providerId="ADAL" clId="{A707F61F-0443-44D0-9605-3287C54E0FFD}" dt="2025-12-10T21:48:36.662" v="1458" actId="113"/>
          <ac:spMkLst>
            <pc:docMk/>
            <pc:sldMk cId="241456426" sldId="560"/>
            <ac:spMk id="3" creationId="{2557C43C-3D41-0309-2433-DE85071154D9}"/>
          </ac:spMkLst>
        </pc:spChg>
      </pc:sldChg>
      <pc:sldChg chg="modSp add mod">
        <pc:chgData name="Ramiro Rego Álvarez" userId="f03bea09-59f9-4099-99e9-a1c5df4e87e8" providerId="ADAL" clId="{A707F61F-0443-44D0-9605-3287C54E0FFD}" dt="2025-12-10T21:50:49.546" v="1463" actId="113"/>
        <pc:sldMkLst>
          <pc:docMk/>
          <pc:sldMk cId="2789174464" sldId="561"/>
        </pc:sldMkLst>
        <pc:spChg chg="mod">
          <ac:chgData name="Ramiro Rego Álvarez" userId="f03bea09-59f9-4099-99e9-a1c5df4e87e8" providerId="ADAL" clId="{A707F61F-0443-44D0-9605-3287C54E0FFD}" dt="2025-12-10T21:50:49.546" v="1463" actId="113"/>
          <ac:spMkLst>
            <pc:docMk/>
            <pc:sldMk cId="2789174464" sldId="561"/>
            <ac:spMk id="3" creationId="{2557C43C-3D41-0309-2433-DE85071154D9}"/>
          </ac:spMkLst>
        </pc:spChg>
      </pc:sldChg>
      <pc:sldChg chg="add">
        <pc:chgData name="Ramiro Rego Álvarez" userId="f03bea09-59f9-4099-99e9-a1c5df4e87e8" providerId="ADAL" clId="{A707F61F-0443-44D0-9605-3287C54E0FFD}" dt="2025-12-10T22:41:08.459" v="1544"/>
        <pc:sldMkLst>
          <pc:docMk/>
          <pc:sldMk cId="1688565860" sldId="56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42D0D3-4191-4187-A60E-B6B7A1091090}" type="datetimeFigureOut">
              <a:rPr lang="en-US" smtClean="0"/>
              <a:t>12/10/2025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C31D71-0014-444D-826A-987634F38160}" type="slidenum">
              <a:rPr lang="en-US" smtClean="0"/>
              <a:t>‹#›</a:t>
            </a:fld>
            <a:endParaRPr lang="en-US"/>
          </a:p>
        </p:txBody>
      </p:sp>
    </p:spTree>
    <p:extLst>
      <p:ext uri="{BB962C8B-B14F-4D97-AF65-F5344CB8AC3E}">
        <p14:creationId xmlns:p14="http://schemas.microsoft.com/office/powerpoint/2010/main" val="2936928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1C31D71-0014-444D-826A-987634F38160}" type="slidenum">
              <a:rPr lang="en-US" smtClean="0"/>
              <a:t>222</a:t>
            </a:fld>
            <a:endParaRPr lang="en-US"/>
          </a:p>
        </p:txBody>
      </p:sp>
    </p:spTree>
    <p:extLst>
      <p:ext uri="{BB962C8B-B14F-4D97-AF65-F5344CB8AC3E}">
        <p14:creationId xmlns:p14="http://schemas.microsoft.com/office/powerpoint/2010/main" val="3758648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1C31D71-0014-444D-826A-987634F38160}" type="slidenum">
              <a:rPr lang="en-US" smtClean="0"/>
              <a:t>224</a:t>
            </a:fld>
            <a:endParaRPr lang="en-US"/>
          </a:p>
        </p:txBody>
      </p:sp>
    </p:spTree>
    <p:extLst>
      <p:ext uri="{BB962C8B-B14F-4D97-AF65-F5344CB8AC3E}">
        <p14:creationId xmlns:p14="http://schemas.microsoft.com/office/powerpoint/2010/main" val="7692941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1C31D71-0014-444D-826A-987634F38160}" type="slidenum">
              <a:rPr lang="en-US" smtClean="0"/>
              <a:t>225</a:t>
            </a:fld>
            <a:endParaRPr lang="en-US"/>
          </a:p>
        </p:txBody>
      </p:sp>
    </p:spTree>
    <p:extLst>
      <p:ext uri="{BB962C8B-B14F-4D97-AF65-F5344CB8AC3E}">
        <p14:creationId xmlns:p14="http://schemas.microsoft.com/office/powerpoint/2010/main" val="8174291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1C31D71-0014-444D-826A-987634F38160}" type="slidenum">
              <a:rPr lang="en-US" smtClean="0"/>
              <a:t>226</a:t>
            </a:fld>
            <a:endParaRPr lang="en-US"/>
          </a:p>
        </p:txBody>
      </p:sp>
    </p:spTree>
    <p:extLst>
      <p:ext uri="{BB962C8B-B14F-4D97-AF65-F5344CB8AC3E}">
        <p14:creationId xmlns:p14="http://schemas.microsoft.com/office/powerpoint/2010/main" val="18034871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1C31D71-0014-444D-826A-987634F38160}" type="slidenum">
              <a:rPr lang="en-US" smtClean="0"/>
              <a:t>227</a:t>
            </a:fld>
            <a:endParaRPr lang="en-US"/>
          </a:p>
        </p:txBody>
      </p:sp>
    </p:spTree>
    <p:extLst>
      <p:ext uri="{BB962C8B-B14F-4D97-AF65-F5344CB8AC3E}">
        <p14:creationId xmlns:p14="http://schemas.microsoft.com/office/powerpoint/2010/main" val="22379210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1C31D71-0014-444D-826A-987634F38160}" type="slidenum">
              <a:rPr lang="en-US" smtClean="0"/>
              <a:t>228</a:t>
            </a:fld>
            <a:endParaRPr lang="en-US"/>
          </a:p>
        </p:txBody>
      </p:sp>
    </p:spTree>
    <p:extLst>
      <p:ext uri="{BB962C8B-B14F-4D97-AF65-F5344CB8AC3E}">
        <p14:creationId xmlns:p14="http://schemas.microsoft.com/office/powerpoint/2010/main" val="985103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1C31D71-0014-444D-826A-987634F38160}" type="slidenum">
              <a:rPr lang="en-US" smtClean="0"/>
              <a:t>229</a:t>
            </a:fld>
            <a:endParaRPr lang="en-US"/>
          </a:p>
        </p:txBody>
      </p:sp>
    </p:spTree>
    <p:extLst>
      <p:ext uri="{BB962C8B-B14F-4D97-AF65-F5344CB8AC3E}">
        <p14:creationId xmlns:p14="http://schemas.microsoft.com/office/powerpoint/2010/main" val="28532416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1C31D71-0014-444D-826A-987634F38160}" type="slidenum">
              <a:rPr lang="en-US" smtClean="0"/>
              <a:t>230</a:t>
            </a:fld>
            <a:endParaRPr lang="en-US"/>
          </a:p>
        </p:txBody>
      </p:sp>
    </p:spTree>
    <p:extLst>
      <p:ext uri="{BB962C8B-B14F-4D97-AF65-F5344CB8AC3E}">
        <p14:creationId xmlns:p14="http://schemas.microsoft.com/office/powerpoint/2010/main" val="38227609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1C31D71-0014-444D-826A-987634F38160}" type="slidenum">
              <a:rPr lang="en-US" smtClean="0"/>
              <a:t>231</a:t>
            </a:fld>
            <a:endParaRPr lang="en-US"/>
          </a:p>
        </p:txBody>
      </p:sp>
    </p:spTree>
    <p:extLst>
      <p:ext uri="{BB962C8B-B14F-4D97-AF65-F5344CB8AC3E}">
        <p14:creationId xmlns:p14="http://schemas.microsoft.com/office/powerpoint/2010/main" val="33913737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1C31D71-0014-444D-826A-987634F38160}" type="slidenum">
              <a:rPr lang="en-US" smtClean="0"/>
              <a:t>232</a:t>
            </a:fld>
            <a:endParaRPr lang="en-US"/>
          </a:p>
        </p:txBody>
      </p:sp>
    </p:spTree>
    <p:extLst>
      <p:ext uri="{BB962C8B-B14F-4D97-AF65-F5344CB8AC3E}">
        <p14:creationId xmlns:p14="http://schemas.microsoft.com/office/powerpoint/2010/main" val="21745496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1C31D71-0014-444D-826A-987634F38160}" type="slidenum">
              <a:rPr lang="en-US" smtClean="0"/>
              <a:t>233</a:t>
            </a:fld>
            <a:endParaRPr lang="en-US"/>
          </a:p>
        </p:txBody>
      </p:sp>
    </p:spTree>
    <p:extLst>
      <p:ext uri="{BB962C8B-B14F-4D97-AF65-F5344CB8AC3E}">
        <p14:creationId xmlns:p14="http://schemas.microsoft.com/office/powerpoint/2010/main" val="3696081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1C31D71-0014-444D-826A-987634F38160}" type="slidenum">
              <a:rPr lang="en-US" smtClean="0"/>
              <a:t>234</a:t>
            </a:fld>
            <a:endParaRPr lang="en-US"/>
          </a:p>
        </p:txBody>
      </p:sp>
    </p:spTree>
    <p:extLst>
      <p:ext uri="{BB962C8B-B14F-4D97-AF65-F5344CB8AC3E}">
        <p14:creationId xmlns:p14="http://schemas.microsoft.com/office/powerpoint/2010/main" val="2583811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1C31D71-0014-444D-826A-987634F38160}" type="slidenum">
              <a:rPr lang="en-US" smtClean="0"/>
              <a:t>235</a:t>
            </a:fld>
            <a:endParaRPr lang="en-US"/>
          </a:p>
        </p:txBody>
      </p:sp>
    </p:spTree>
    <p:extLst>
      <p:ext uri="{BB962C8B-B14F-4D97-AF65-F5344CB8AC3E}">
        <p14:creationId xmlns:p14="http://schemas.microsoft.com/office/powerpoint/2010/main" val="3143311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1C31D71-0014-444D-826A-987634F38160}" type="slidenum">
              <a:rPr lang="en-US" smtClean="0"/>
              <a:t>236</a:t>
            </a:fld>
            <a:endParaRPr lang="en-US"/>
          </a:p>
        </p:txBody>
      </p:sp>
    </p:spTree>
    <p:extLst>
      <p:ext uri="{BB962C8B-B14F-4D97-AF65-F5344CB8AC3E}">
        <p14:creationId xmlns:p14="http://schemas.microsoft.com/office/powerpoint/2010/main" val="13339899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1C31D71-0014-444D-826A-987634F38160}" type="slidenum">
              <a:rPr lang="en-US" smtClean="0"/>
              <a:t>237</a:t>
            </a:fld>
            <a:endParaRPr lang="en-US"/>
          </a:p>
        </p:txBody>
      </p:sp>
    </p:spTree>
    <p:extLst>
      <p:ext uri="{BB962C8B-B14F-4D97-AF65-F5344CB8AC3E}">
        <p14:creationId xmlns:p14="http://schemas.microsoft.com/office/powerpoint/2010/main" val="7897402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1C31D71-0014-444D-826A-987634F38160}" type="slidenum">
              <a:rPr lang="en-US" smtClean="0"/>
              <a:t>238</a:t>
            </a:fld>
            <a:endParaRPr lang="en-US"/>
          </a:p>
        </p:txBody>
      </p:sp>
    </p:spTree>
    <p:extLst>
      <p:ext uri="{BB962C8B-B14F-4D97-AF65-F5344CB8AC3E}">
        <p14:creationId xmlns:p14="http://schemas.microsoft.com/office/powerpoint/2010/main" val="11310253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1C31D71-0014-444D-826A-987634F38160}" type="slidenum">
              <a:rPr lang="en-US" smtClean="0"/>
              <a:t>239</a:t>
            </a:fld>
            <a:endParaRPr lang="en-US"/>
          </a:p>
        </p:txBody>
      </p:sp>
    </p:spTree>
    <p:extLst>
      <p:ext uri="{BB962C8B-B14F-4D97-AF65-F5344CB8AC3E}">
        <p14:creationId xmlns:p14="http://schemas.microsoft.com/office/powerpoint/2010/main" val="11645016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1C31D71-0014-444D-826A-987634F38160}" type="slidenum">
              <a:rPr lang="en-US" smtClean="0"/>
              <a:t>240</a:t>
            </a:fld>
            <a:endParaRPr lang="en-US"/>
          </a:p>
        </p:txBody>
      </p:sp>
    </p:spTree>
    <p:extLst>
      <p:ext uri="{BB962C8B-B14F-4D97-AF65-F5344CB8AC3E}">
        <p14:creationId xmlns:p14="http://schemas.microsoft.com/office/powerpoint/2010/main" val="7286380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1C31D71-0014-444D-826A-987634F38160}" type="slidenum">
              <a:rPr lang="en-US" smtClean="0"/>
              <a:t>241</a:t>
            </a:fld>
            <a:endParaRPr lang="en-US"/>
          </a:p>
        </p:txBody>
      </p:sp>
    </p:spTree>
    <p:extLst>
      <p:ext uri="{BB962C8B-B14F-4D97-AF65-F5344CB8AC3E}">
        <p14:creationId xmlns:p14="http://schemas.microsoft.com/office/powerpoint/2010/main" val="27260018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1C31D71-0014-444D-826A-987634F38160}" type="slidenum">
              <a:rPr lang="en-US" smtClean="0"/>
              <a:t>242</a:t>
            </a:fld>
            <a:endParaRPr lang="en-US"/>
          </a:p>
        </p:txBody>
      </p:sp>
    </p:spTree>
    <p:extLst>
      <p:ext uri="{BB962C8B-B14F-4D97-AF65-F5344CB8AC3E}">
        <p14:creationId xmlns:p14="http://schemas.microsoft.com/office/powerpoint/2010/main" val="23697127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1C31D71-0014-444D-826A-987634F38160}" type="slidenum">
              <a:rPr lang="en-US" smtClean="0"/>
              <a:t>243</a:t>
            </a:fld>
            <a:endParaRPr lang="en-US"/>
          </a:p>
        </p:txBody>
      </p:sp>
    </p:spTree>
    <p:extLst>
      <p:ext uri="{BB962C8B-B14F-4D97-AF65-F5344CB8AC3E}">
        <p14:creationId xmlns:p14="http://schemas.microsoft.com/office/powerpoint/2010/main" val="37294232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1C31D71-0014-444D-826A-987634F38160}" type="slidenum">
              <a:rPr lang="en-US" smtClean="0"/>
              <a:t>244</a:t>
            </a:fld>
            <a:endParaRPr lang="en-US"/>
          </a:p>
        </p:txBody>
      </p:sp>
    </p:spTree>
    <p:extLst>
      <p:ext uri="{BB962C8B-B14F-4D97-AF65-F5344CB8AC3E}">
        <p14:creationId xmlns:p14="http://schemas.microsoft.com/office/powerpoint/2010/main" val="820518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1C31D71-0014-444D-826A-987634F38160}" type="slidenum">
              <a:rPr lang="en-US" smtClean="0"/>
              <a:t>245</a:t>
            </a:fld>
            <a:endParaRPr lang="en-US"/>
          </a:p>
        </p:txBody>
      </p:sp>
    </p:spTree>
    <p:extLst>
      <p:ext uri="{BB962C8B-B14F-4D97-AF65-F5344CB8AC3E}">
        <p14:creationId xmlns:p14="http://schemas.microsoft.com/office/powerpoint/2010/main" val="9120210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alpha val="23000"/>
          </a:schemeClr>
        </a:solidFill>
        <a:effectLst/>
      </p:bgPr>
    </p:bg>
    <p:spTree>
      <p:nvGrpSpPr>
        <p:cNvPr id="1" name=""/>
        <p:cNvGrpSpPr/>
        <p:nvPr/>
      </p:nvGrpSpPr>
      <p:grpSpPr>
        <a:xfrm>
          <a:off x="0" y="0"/>
          <a:ext cx="0" cy="0"/>
          <a:chOff x="0" y="0"/>
          <a:chExt cx="0" cy="0"/>
        </a:xfrm>
      </p:grpSpPr>
      <p:pic>
        <p:nvPicPr>
          <p:cNvPr id="1030" name="Picture 6" descr="College UFV">
            <a:extLst>
              <a:ext uri="{FF2B5EF4-FFF2-40B4-BE49-F238E27FC236}">
                <a16:creationId xmlns:a16="http://schemas.microsoft.com/office/drawing/2014/main" id="{035CDEFE-E266-39B5-793E-0A30420B40FB}"/>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a:stretch/>
        </p:blipFill>
        <p:spPr bwMode="auto">
          <a:xfrm>
            <a:off x="0" y="0"/>
            <a:ext cx="12192000" cy="68648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EA78D9F0-4CF4-537A-D224-D2C4F5B8CEE7}"/>
              </a:ext>
            </a:extLst>
          </p:cNvPr>
          <p:cNvSpPr/>
          <p:nvPr userDrawn="1"/>
        </p:nvSpPr>
        <p:spPr>
          <a:xfrm>
            <a:off x="-7144" y="-8468"/>
            <a:ext cx="12192000" cy="6866467"/>
          </a:xfrm>
          <a:prstGeom prst="rect">
            <a:avLst/>
          </a:prstGeom>
          <a:gradFill flip="none" rotWithShape="1">
            <a:gsLst>
              <a:gs pos="0">
                <a:srgbClr val="0C3C60"/>
              </a:gs>
              <a:gs pos="26000">
                <a:srgbClr val="8C8C8C">
                  <a:alpha val="40000"/>
                </a:srgbClr>
              </a:gs>
              <a:gs pos="100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80C4F9-5EE7-47B7-B965-368EB53A4352}"/>
              </a:ext>
            </a:extLst>
          </p:cNvPr>
          <p:cNvSpPr>
            <a:spLocks noGrp="1"/>
          </p:cNvSpPr>
          <p:nvPr>
            <p:ph type="ctrTitle"/>
          </p:nvPr>
        </p:nvSpPr>
        <p:spPr>
          <a:xfrm>
            <a:off x="4195233" y="1337916"/>
            <a:ext cx="6864724" cy="3581399"/>
          </a:xfrm>
          <a:gradFill>
            <a:gsLst>
              <a:gs pos="0">
                <a:schemeClr val="bg1">
                  <a:alpha val="0"/>
                </a:schemeClr>
              </a:gs>
              <a:gs pos="100000">
                <a:schemeClr val="bg1"/>
              </a:gs>
            </a:gsLst>
            <a:lin ang="10800000" scaled="0"/>
          </a:gradFill>
        </p:spPr>
        <p:txBody>
          <a:bodyPr anchor="b">
            <a:normAutofit/>
          </a:bodyPr>
          <a:lstStyle>
            <a:lvl1pPr algn="l">
              <a:defRPr sz="4400" cap="small" baseline="0">
                <a:solidFill>
                  <a:schemeClr val="tx1"/>
                </a:solidFill>
                <a:effectLst>
                  <a:outerShdw blurRad="50800" dist="38100" dir="2700000" algn="tl" rotWithShape="0">
                    <a:srgbClr val="8B8D8C">
                      <a:alpha val="40000"/>
                    </a:srgbClr>
                  </a:outerShdw>
                </a:effectLst>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7A4A1F1-374F-4FC8-89F7-83065EA4F5DD}"/>
              </a:ext>
            </a:extLst>
          </p:cNvPr>
          <p:cNvSpPr>
            <a:spLocks noGrp="1"/>
          </p:cNvSpPr>
          <p:nvPr>
            <p:ph type="subTitle" idx="1"/>
          </p:nvPr>
        </p:nvSpPr>
        <p:spPr>
          <a:xfrm>
            <a:off x="4195233" y="5085897"/>
            <a:ext cx="6864724" cy="868374"/>
          </a:xfrm>
        </p:spPr>
        <p:txBody>
          <a:bodyPr>
            <a:normAutofit/>
          </a:bodyPr>
          <a:lstStyle>
            <a:lvl1pPr marL="0" indent="0" algn="l">
              <a:lnSpc>
                <a:spcPct val="110000"/>
              </a:lnSpc>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Rectangle: Rounded Corners 9">
            <a:extLst>
              <a:ext uri="{FF2B5EF4-FFF2-40B4-BE49-F238E27FC236}">
                <a16:creationId xmlns:a16="http://schemas.microsoft.com/office/drawing/2014/main" id="{59C0CCC9-4756-AA31-B245-495C9642386F}"/>
              </a:ext>
            </a:extLst>
          </p:cNvPr>
          <p:cNvSpPr/>
          <p:nvPr userDrawn="1"/>
        </p:nvSpPr>
        <p:spPr>
          <a:xfrm>
            <a:off x="1235838" y="1205351"/>
            <a:ext cx="1109836" cy="1024248"/>
          </a:xfrm>
          <a:prstGeom prst="roundRect">
            <a:avLst/>
          </a:prstGeom>
          <a:solidFill>
            <a:srgbClr val="0C3C60"/>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BCC9CB29-8D56-6335-6F7F-B7EDB0388C51}"/>
              </a:ext>
            </a:extLst>
          </p:cNvPr>
          <p:cNvSpPr/>
          <p:nvPr userDrawn="1"/>
        </p:nvSpPr>
        <p:spPr>
          <a:xfrm>
            <a:off x="1365495" y="242439"/>
            <a:ext cx="1109836" cy="1024248"/>
          </a:xfrm>
          <a:prstGeom prst="roundRect">
            <a:avLst/>
          </a:prstGeom>
          <a:solidFill>
            <a:srgbClr val="0C3C60"/>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3EBAF18D-33CC-7438-A727-A2AD21D9A407}"/>
              </a:ext>
            </a:extLst>
          </p:cNvPr>
          <p:cNvSpPr/>
          <p:nvPr userDrawn="1"/>
        </p:nvSpPr>
        <p:spPr>
          <a:xfrm>
            <a:off x="367364" y="2566372"/>
            <a:ext cx="902354" cy="832767"/>
          </a:xfrm>
          <a:prstGeom prst="roundRect">
            <a:avLst/>
          </a:prstGeom>
          <a:solidFill>
            <a:srgbClr val="0C3C60"/>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3F6439CF-540B-3FD5-87D0-EB0F7757B187}"/>
              </a:ext>
            </a:extLst>
          </p:cNvPr>
          <p:cNvSpPr/>
          <p:nvPr userDrawn="1"/>
        </p:nvSpPr>
        <p:spPr>
          <a:xfrm>
            <a:off x="485649" y="1015781"/>
            <a:ext cx="879846" cy="811994"/>
          </a:xfrm>
          <a:prstGeom prst="roundRect">
            <a:avLst/>
          </a:prstGeom>
          <a:solidFill>
            <a:srgbClr val="5F6368"/>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10D55E1E-D366-A343-4631-C10F70807CA8}"/>
              </a:ext>
            </a:extLst>
          </p:cNvPr>
          <p:cNvSpPr/>
          <p:nvPr userDrawn="1"/>
        </p:nvSpPr>
        <p:spPr>
          <a:xfrm>
            <a:off x="820754" y="1893142"/>
            <a:ext cx="1109836" cy="1024248"/>
          </a:xfrm>
          <a:prstGeom prst="roundRect">
            <a:avLst/>
          </a:prstGeom>
          <a:solidFill>
            <a:srgbClr val="5F6368"/>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7DD94F09-78EB-9307-2483-C2E852E886A7}"/>
              </a:ext>
            </a:extLst>
          </p:cNvPr>
          <p:cNvSpPr/>
          <p:nvPr userDrawn="1"/>
        </p:nvSpPr>
        <p:spPr>
          <a:xfrm>
            <a:off x="950411" y="2720297"/>
            <a:ext cx="1109836" cy="1024248"/>
          </a:xfrm>
          <a:prstGeom prst="roundRect">
            <a:avLst/>
          </a:prstGeom>
          <a:solidFill>
            <a:schemeClr val="bg1"/>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C27DF55D-9062-C6C3-BF4E-0709A99DD2C1}"/>
              </a:ext>
            </a:extLst>
          </p:cNvPr>
          <p:cNvSpPr/>
          <p:nvPr userDrawn="1"/>
        </p:nvSpPr>
        <p:spPr>
          <a:xfrm>
            <a:off x="0" y="3291424"/>
            <a:ext cx="1109836" cy="1024248"/>
          </a:xfrm>
          <a:prstGeom prst="roundRect">
            <a:avLst/>
          </a:prstGeom>
          <a:solidFill>
            <a:srgbClr val="5F6368"/>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17105808-EB29-490B-3514-8D3561E54D1A}"/>
              </a:ext>
            </a:extLst>
          </p:cNvPr>
          <p:cNvSpPr/>
          <p:nvPr userDrawn="1"/>
        </p:nvSpPr>
        <p:spPr>
          <a:xfrm>
            <a:off x="159882" y="1587836"/>
            <a:ext cx="1109836" cy="1024248"/>
          </a:xfrm>
          <a:prstGeom prst="roundRect">
            <a:avLst/>
          </a:prstGeom>
          <a:solidFill>
            <a:srgbClr val="0C3C60"/>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Rounded Corners 17">
            <a:extLst>
              <a:ext uri="{FF2B5EF4-FFF2-40B4-BE49-F238E27FC236}">
                <a16:creationId xmlns:a16="http://schemas.microsoft.com/office/drawing/2014/main" id="{B7C880B6-8DC8-C02F-92E5-A7E92EF4B686}"/>
              </a:ext>
            </a:extLst>
          </p:cNvPr>
          <p:cNvSpPr/>
          <p:nvPr userDrawn="1"/>
        </p:nvSpPr>
        <p:spPr>
          <a:xfrm>
            <a:off x="1440098" y="4264039"/>
            <a:ext cx="1109836" cy="1024248"/>
          </a:xfrm>
          <a:prstGeom prst="roundRect">
            <a:avLst/>
          </a:prstGeom>
          <a:solidFill>
            <a:schemeClr val="bg1"/>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BF33A38D-1B33-167A-FF46-EE6AA417DBB2}"/>
              </a:ext>
            </a:extLst>
          </p:cNvPr>
          <p:cNvSpPr/>
          <p:nvPr userDrawn="1"/>
        </p:nvSpPr>
        <p:spPr>
          <a:xfrm>
            <a:off x="1245175" y="4459885"/>
            <a:ext cx="685415" cy="632557"/>
          </a:xfrm>
          <a:prstGeom prst="roundRect">
            <a:avLst/>
          </a:prstGeom>
          <a:solidFill>
            <a:srgbClr val="5F6368"/>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82BB22D3-23BB-FA60-7C16-AC6C50F1FB64}"/>
              </a:ext>
            </a:extLst>
          </p:cNvPr>
          <p:cNvSpPr/>
          <p:nvPr userDrawn="1"/>
        </p:nvSpPr>
        <p:spPr>
          <a:xfrm>
            <a:off x="1590405" y="3420014"/>
            <a:ext cx="1109836" cy="1024248"/>
          </a:xfrm>
          <a:prstGeom prst="roundRect">
            <a:avLst/>
          </a:prstGeom>
          <a:solidFill>
            <a:srgbClr val="FBBC04"/>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4F195FCA-51AC-4167-5CCA-AB547617B7D7}"/>
              </a:ext>
            </a:extLst>
          </p:cNvPr>
          <p:cNvSpPr/>
          <p:nvPr userDrawn="1"/>
        </p:nvSpPr>
        <p:spPr>
          <a:xfrm>
            <a:off x="1505329" y="2058565"/>
            <a:ext cx="1109836" cy="1024248"/>
          </a:xfrm>
          <a:prstGeom prst="roundRect">
            <a:avLst/>
          </a:prstGeom>
          <a:solidFill>
            <a:srgbClr val="0C3C60"/>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C3AAF911-A5AD-70F6-14F7-58E515D6259E}"/>
              </a:ext>
            </a:extLst>
          </p:cNvPr>
          <p:cNvSpPr/>
          <p:nvPr userDrawn="1"/>
        </p:nvSpPr>
        <p:spPr>
          <a:xfrm>
            <a:off x="1025372" y="3675501"/>
            <a:ext cx="898142" cy="828879"/>
          </a:xfrm>
          <a:prstGeom prst="roundRect">
            <a:avLst/>
          </a:prstGeom>
          <a:solidFill>
            <a:srgbClr val="EA4335"/>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72D3C53A-8B8A-F76F-15D0-C38D485E9DA6}"/>
              </a:ext>
            </a:extLst>
          </p:cNvPr>
          <p:cNvSpPr/>
          <p:nvPr userDrawn="1"/>
        </p:nvSpPr>
        <p:spPr>
          <a:xfrm>
            <a:off x="223569" y="4974690"/>
            <a:ext cx="1109836" cy="1024248"/>
          </a:xfrm>
          <a:prstGeom prst="roundRect">
            <a:avLst/>
          </a:prstGeom>
          <a:solidFill>
            <a:schemeClr val="bg1"/>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DE183487-9270-7D33-4904-C2C661F0E585}"/>
              </a:ext>
            </a:extLst>
          </p:cNvPr>
          <p:cNvSpPr/>
          <p:nvPr userDrawn="1"/>
        </p:nvSpPr>
        <p:spPr>
          <a:xfrm>
            <a:off x="321494" y="-8467"/>
            <a:ext cx="1109836" cy="1024248"/>
          </a:xfrm>
          <a:prstGeom prst="roundRect">
            <a:avLst/>
          </a:prstGeom>
          <a:solidFill>
            <a:schemeClr val="bg1"/>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39441F49-379F-C736-21EE-244A9DFEA468}"/>
              </a:ext>
            </a:extLst>
          </p:cNvPr>
          <p:cNvSpPr/>
          <p:nvPr userDrawn="1"/>
        </p:nvSpPr>
        <p:spPr>
          <a:xfrm>
            <a:off x="321494" y="4177583"/>
            <a:ext cx="1109836" cy="1024248"/>
          </a:xfrm>
          <a:prstGeom prst="roundRect">
            <a:avLst/>
          </a:prstGeom>
          <a:solidFill>
            <a:srgbClr val="4285F4"/>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Landing Redes y Riesgos – Universidad Francisco de Vitoria">
            <a:extLst>
              <a:ext uri="{FF2B5EF4-FFF2-40B4-BE49-F238E27FC236}">
                <a16:creationId xmlns:a16="http://schemas.microsoft.com/office/drawing/2014/main" id="{1F64D8A2-CFD7-3838-218A-CE9684526E41}"/>
              </a:ext>
            </a:extLst>
          </p:cNvPr>
          <p:cNvPicPr>
            <a:picLocks noChangeAspect="1" noChangeArrowheads="1"/>
          </p:cNvPicPr>
          <p:nvPr userDrawn="1"/>
        </p:nvPicPr>
        <p:blipFill>
          <a:blip r:embed="rId3" cstate="email">
            <a:extLst>
              <a:ext uri="{28A0092B-C50C-407E-A947-70E740481C1C}">
                <a14:useLocalDpi xmlns:a14="http://schemas.microsoft.com/office/drawing/2010/main" val="0"/>
              </a:ext>
            </a:extLst>
          </a:blip>
          <a:srcRect/>
          <a:stretch>
            <a:fillRect/>
          </a:stretch>
        </p:blipFill>
        <p:spPr bwMode="auto">
          <a:xfrm>
            <a:off x="391121" y="-1666"/>
            <a:ext cx="982268" cy="982268"/>
          </a:xfrm>
          <a:prstGeom prst="rect">
            <a:avLst/>
          </a:prstGeom>
          <a:noFill/>
          <a:extLst>
            <a:ext uri="{909E8E84-426E-40DD-AFC4-6F175D3DCCD1}">
              <a14:hiddenFill xmlns:a14="http://schemas.microsoft.com/office/drawing/2010/main">
                <a:solidFill>
                  <a:srgbClr val="FFFFFF"/>
                </a:solidFill>
              </a14:hiddenFill>
            </a:ext>
          </a:extLst>
        </p:spPr>
      </p:pic>
      <p:sp>
        <p:nvSpPr>
          <p:cNvPr id="29" name="Rectangle: Rounded Corners 28">
            <a:extLst>
              <a:ext uri="{FF2B5EF4-FFF2-40B4-BE49-F238E27FC236}">
                <a16:creationId xmlns:a16="http://schemas.microsoft.com/office/drawing/2014/main" id="{0CB20472-8DFA-A735-9AB9-5DF54FF16D85}"/>
              </a:ext>
            </a:extLst>
          </p:cNvPr>
          <p:cNvSpPr/>
          <p:nvPr userDrawn="1"/>
        </p:nvSpPr>
        <p:spPr>
          <a:xfrm>
            <a:off x="1476579" y="5519869"/>
            <a:ext cx="1379432" cy="1273054"/>
          </a:xfrm>
          <a:prstGeom prst="roundRect">
            <a:avLst/>
          </a:prstGeom>
          <a:solidFill>
            <a:srgbClr val="0C3C60"/>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Rounded Corners 21">
            <a:extLst>
              <a:ext uri="{FF2B5EF4-FFF2-40B4-BE49-F238E27FC236}">
                <a16:creationId xmlns:a16="http://schemas.microsoft.com/office/drawing/2014/main" id="{21D903E4-226E-4C4B-B3E2-6191CEC4AE89}"/>
              </a:ext>
            </a:extLst>
          </p:cNvPr>
          <p:cNvSpPr/>
          <p:nvPr userDrawn="1"/>
        </p:nvSpPr>
        <p:spPr>
          <a:xfrm>
            <a:off x="1305300" y="5150846"/>
            <a:ext cx="1379432" cy="1273054"/>
          </a:xfrm>
          <a:prstGeom prst="roundRect">
            <a:avLst/>
          </a:prstGeom>
          <a:solidFill>
            <a:srgbClr val="34A853"/>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Rounded Corners 25">
            <a:extLst>
              <a:ext uri="{FF2B5EF4-FFF2-40B4-BE49-F238E27FC236}">
                <a16:creationId xmlns:a16="http://schemas.microsoft.com/office/drawing/2014/main" id="{D99ACD0E-2857-FB7F-F314-71D665D154BD}"/>
              </a:ext>
            </a:extLst>
          </p:cNvPr>
          <p:cNvSpPr/>
          <p:nvPr userDrawn="1"/>
        </p:nvSpPr>
        <p:spPr>
          <a:xfrm>
            <a:off x="435134" y="5738908"/>
            <a:ext cx="1109836" cy="1024248"/>
          </a:xfrm>
          <a:prstGeom prst="roundRect">
            <a:avLst/>
          </a:prstGeom>
          <a:solidFill>
            <a:srgbClr val="5F6368"/>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751C888D-07F0-3D9B-DBD1-AC0C4604108E}"/>
              </a:ext>
            </a:extLst>
          </p:cNvPr>
          <p:cNvGrpSpPr/>
          <p:nvPr userDrawn="1"/>
        </p:nvGrpSpPr>
        <p:grpSpPr>
          <a:xfrm>
            <a:off x="7620000" y="251434"/>
            <a:ext cx="3439957" cy="702352"/>
            <a:chOff x="9348752" y="22354"/>
            <a:chExt cx="2639829" cy="538986"/>
          </a:xfrm>
        </p:grpSpPr>
        <p:pic>
          <p:nvPicPr>
            <p:cNvPr id="6" name="Picture 2">
              <a:extLst>
                <a:ext uri="{FF2B5EF4-FFF2-40B4-BE49-F238E27FC236}">
                  <a16:creationId xmlns:a16="http://schemas.microsoft.com/office/drawing/2014/main" id="{552536B2-7F21-3267-E632-A5734B1589E8}"/>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t="37429" b="37429"/>
            <a:stretch/>
          </p:blipFill>
          <p:spPr bwMode="auto">
            <a:xfrm>
              <a:off x="9844866" y="22354"/>
              <a:ext cx="2143715" cy="53898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D344C927-3894-5077-FC17-B10FC518CEB8}"/>
                </a:ext>
              </a:extLst>
            </p:cNvPr>
            <p:cNvSpPr/>
            <p:nvPr userDrawn="1"/>
          </p:nvSpPr>
          <p:spPr>
            <a:xfrm>
              <a:off x="9691688" y="22355"/>
              <a:ext cx="123825" cy="538985"/>
            </a:xfrm>
            <a:prstGeom prst="rect">
              <a:avLst/>
            </a:prstGeom>
            <a:solidFill>
              <a:srgbClr val="8B8D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C2EBCBA-29CB-A169-A28A-4F6E8A9C6ED7}"/>
                </a:ext>
              </a:extLst>
            </p:cNvPr>
            <p:cNvSpPr/>
            <p:nvPr userDrawn="1"/>
          </p:nvSpPr>
          <p:spPr>
            <a:xfrm>
              <a:off x="9348752" y="22354"/>
              <a:ext cx="313582" cy="538985"/>
            </a:xfrm>
            <a:prstGeom prst="rect">
              <a:avLst/>
            </a:prstGeom>
            <a:solidFill>
              <a:srgbClr val="0C3C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50907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6" name="Group 45">
            <a:extLst>
              <a:ext uri="{FF2B5EF4-FFF2-40B4-BE49-F238E27FC236}">
                <a16:creationId xmlns:a16="http://schemas.microsoft.com/office/drawing/2014/main" id="{DA1DB2AD-BD88-C32B-99EF-8281F398E94E}"/>
              </a:ext>
            </a:extLst>
          </p:cNvPr>
          <p:cNvGrpSpPr/>
          <p:nvPr userDrawn="1"/>
        </p:nvGrpSpPr>
        <p:grpSpPr>
          <a:xfrm>
            <a:off x="-7144" y="-48127"/>
            <a:ext cx="12192000" cy="6983128"/>
            <a:chOff x="-7144" y="-48127"/>
            <a:chExt cx="12192000" cy="6983128"/>
          </a:xfrm>
        </p:grpSpPr>
        <p:sp>
          <p:nvSpPr>
            <p:cNvPr id="26" name="Rectangle 25">
              <a:extLst>
                <a:ext uri="{FF2B5EF4-FFF2-40B4-BE49-F238E27FC236}">
                  <a16:creationId xmlns:a16="http://schemas.microsoft.com/office/drawing/2014/main" id="{4EA6C318-FFEC-7F00-4F64-BB0BC3C67D3B}"/>
                </a:ext>
              </a:extLst>
            </p:cNvPr>
            <p:cNvSpPr/>
            <p:nvPr userDrawn="1"/>
          </p:nvSpPr>
          <p:spPr>
            <a:xfrm>
              <a:off x="-7144" y="-48127"/>
              <a:ext cx="12192000" cy="6983128"/>
            </a:xfrm>
            <a:prstGeom prst="rect">
              <a:avLst/>
            </a:prstGeom>
            <a:gradFill flip="none" rotWithShape="1">
              <a:gsLst>
                <a:gs pos="0">
                  <a:srgbClr val="0C3C60"/>
                </a:gs>
                <a:gs pos="26000">
                  <a:srgbClr val="8C8C8C">
                    <a:alpha val="40000"/>
                  </a:srgbClr>
                </a:gs>
                <a:gs pos="100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Rounded Corners 23">
              <a:extLst>
                <a:ext uri="{FF2B5EF4-FFF2-40B4-BE49-F238E27FC236}">
                  <a16:creationId xmlns:a16="http://schemas.microsoft.com/office/drawing/2014/main" id="{38D274BD-7739-8BBA-ABE7-C489251486C5}"/>
                </a:ext>
              </a:extLst>
            </p:cNvPr>
            <p:cNvSpPr/>
            <p:nvPr userDrawn="1"/>
          </p:nvSpPr>
          <p:spPr>
            <a:xfrm>
              <a:off x="1235838" y="1205351"/>
              <a:ext cx="1109836" cy="1024248"/>
            </a:xfrm>
            <a:prstGeom prst="roundRect">
              <a:avLst/>
            </a:prstGeom>
            <a:solidFill>
              <a:srgbClr val="0C3C60"/>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FEFA57E5-2CC3-FE1E-C051-38FEA31E6116}"/>
                </a:ext>
              </a:extLst>
            </p:cNvPr>
            <p:cNvSpPr/>
            <p:nvPr userDrawn="1"/>
          </p:nvSpPr>
          <p:spPr>
            <a:xfrm>
              <a:off x="1365495" y="242439"/>
              <a:ext cx="1109836" cy="1024248"/>
            </a:xfrm>
            <a:prstGeom prst="roundRect">
              <a:avLst/>
            </a:prstGeom>
            <a:solidFill>
              <a:srgbClr val="0C3C60"/>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2E80BD3E-10B2-EF6D-6D3A-D03DA478D0AD}"/>
                </a:ext>
              </a:extLst>
            </p:cNvPr>
            <p:cNvSpPr/>
            <p:nvPr userDrawn="1"/>
          </p:nvSpPr>
          <p:spPr>
            <a:xfrm>
              <a:off x="367364" y="2566372"/>
              <a:ext cx="902354" cy="832767"/>
            </a:xfrm>
            <a:prstGeom prst="roundRect">
              <a:avLst/>
            </a:prstGeom>
            <a:solidFill>
              <a:srgbClr val="0C3C60"/>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5BF9704B-23D0-8EA8-611D-ED65971782E4}"/>
                </a:ext>
              </a:extLst>
            </p:cNvPr>
            <p:cNvSpPr/>
            <p:nvPr userDrawn="1"/>
          </p:nvSpPr>
          <p:spPr>
            <a:xfrm>
              <a:off x="485649" y="1015781"/>
              <a:ext cx="879846" cy="811994"/>
            </a:xfrm>
            <a:prstGeom prst="roundRect">
              <a:avLst/>
            </a:prstGeom>
            <a:solidFill>
              <a:srgbClr val="5F6368"/>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1576AD8F-5071-3ADD-32FB-BFBB189AA93F}"/>
                </a:ext>
              </a:extLst>
            </p:cNvPr>
            <p:cNvSpPr/>
            <p:nvPr userDrawn="1"/>
          </p:nvSpPr>
          <p:spPr>
            <a:xfrm>
              <a:off x="820754" y="1893142"/>
              <a:ext cx="1109836" cy="1024248"/>
            </a:xfrm>
            <a:prstGeom prst="roundRect">
              <a:avLst/>
            </a:prstGeom>
            <a:solidFill>
              <a:srgbClr val="5F6368"/>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B72A7484-F350-C9B6-BFCB-2317A48D8933}"/>
                </a:ext>
              </a:extLst>
            </p:cNvPr>
            <p:cNvSpPr/>
            <p:nvPr userDrawn="1"/>
          </p:nvSpPr>
          <p:spPr>
            <a:xfrm>
              <a:off x="950411" y="2720297"/>
              <a:ext cx="1109836" cy="1024248"/>
            </a:xfrm>
            <a:prstGeom prst="roundRect">
              <a:avLst/>
            </a:prstGeom>
            <a:solidFill>
              <a:schemeClr val="bg1"/>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FB03B9DC-ECDF-3E1A-5D73-605ADCA07CC2}"/>
                </a:ext>
              </a:extLst>
            </p:cNvPr>
            <p:cNvSpPr/>
            <p:nvPr userDrawn="1"/>
          </p:nvSpPr>
          <p:spPr>
            <a:xfrm>
              <a:off x="0" y="3291424"/>
              <a:ext cx="1109836" cy="1024248"/>
            </a:xfrm>
            <a:prstGeom prst="roundRect">
              <a:avLst/>
            </a:prstGeom>
            <a:solidFill>
              <a:srgbClr val="5F6368"/>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22BEDE61-06D3-CDE3-64F2-877841C2E02C}"/>
                </a:ext>
              </a:extLst>
            </p:cNvPr>
            <p:cNvSpPr/>
            <p:nvPr userDrawn="1"/>
          </p:nvSpPr>
          <p:spPr>
            <a:xfrm>
              <a:off x="159882" y="1587836"/>
              <a:ext cx="1109836" cy="1024248"/>
            </a:xfrm>
            <a:prstGeom prst="roundRect">
              <a:avLst/>
            </a:prstGeom>
            <a:solidFill>
              <a:srgbClr val="0C3C60"/>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Rounded Corners 33">
              <a:extLst>
                <a:ext uri="{FF2B5EF4-FFF2-40B4-BE49-F238E27FC236}">
                  <a16:creationId xmlns:a16="http://schemas.microsoft.com/office/drawing/2014/main" id="{D6FF6634-A881-7AC9-8D81-4DB20B0B032D}"/>
                </a:ext>
              </a:extLst>
            </p:cNvPr>
            <p:cNvSpPr/>
            <p:nvPr userDrawn="1"/>
          </p:nvSpPr>
          <p:spPr>
            <a:xfrm>
              <a:off x="1440098" y="4264039"/>
              <a:ext cx="1109836" cy="1024248"/>
            </a:xfrm>
            <a:prstGeom prst="roundRect">
              <a:avLst/>
            </a:prstGeom>
            <a:solidFill>
              <a:schemeClr val="bg1"/>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5A5DD08C-32B4-F8BB-E8FF-06235CD6A46B}"/>
                </a:ext>
              </a:extLst>
            </p:cNvPr>
            <p:cNvSpPr/>
            <p:nvPr userDrawn="1"/>
          </p:nvSpPr>
          <p:spPr>
            <a:xfrm>
              <a:off x="1245175" y="4459885"/>
              <a:ext cx="685415" cy="632557"/>
            </a:xfrm>
            <a:prstGeom prst="roundRect">
              <a:avLst/>
            </a:prstGeom>
            <a:solidFill>
              <a:srgbClr val="5F6368"/>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F7956252-8205-FDF1-A3F4-7F7B09AEB717}"/>
                </a:ext>
              </a:extLst>
            </p:cNvPr>
            <p:cNvSpPr/>
            <p:nvPr userDrawn="1"/>
          </p:nvSpPr>
          <p:spPr>
            <a:xfrm>
              <a:off x="1590405" y="3420014"/>
              <a:ext cx="1109836" cy="1024248"/>
            </a:xfrm>
            <a:prstGeom prst="roundRect">
              <a:avLst/>
            </a:prstGeom>
            <a:solidFill>
              <a:srgbClr val="FBBC04"/>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A989491A-AB5A-D8E2-D76B-56E35D356032}"/>
                </a:ext>
              </a:extLst>
            </p:cNvPr>
            <p:cNvSpPr/>
            <p:nvPr userDrawn="1"/>
          </p:nvSpPr>
          <p:spPr>
            <a:xfrm>
              <a:off x="1505329" y="2058565"/>
              <a:ext cx="1109836" cy="1024248"/>
            </a:xfrm>
            <a:prstGeom prst="roundRect">
              <a:avLst/>
            </a:prstGeom>
            <a:solidFill>
              <a:srgbClr val="0C3C60"/>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34AAEEF9-4DDC-E021-CBF8-0CB12D1EA158}"/>
                </a:ext>
              </a:extLst>
            </p:cNvPr>
            <p:cNvSpPr/>
            <p:nvPr userDrawn="1"/>
          </p:nvSpPr>
          <p:spPr>
            <a:xfrm>
              <a:off x="1025372" y="3675501"/>
              <a:ext cx="898142" cy="828879"/>
            </a:xfrm>
            <a:prstGeom prst="roundRect">
              <a:avLst/>
            </a:prstGeom>
            <a:solidFill>
              <a:srgbClr val="EA4335"/>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Rounded Corners 38">
              <a:extLst>
                <a:ext uri="{FF2B5EF4-FFF2-40B4-BE49-F238E27FC236}">
                  <a16:creationId xmlns:a16="http://schemas.microsoft.com/office/drawing/2014/main" id="{BC349E0D-A444-05FF-B288-B5C488C520FF}"/>
                </a:ext>
              </a:extLst>
            </p:cNvPr>
            <p:cNvSpPr/>
            <p:nvPr userDrawn="1"/>
          </p:nvSpPr>
          <p:spPr>
            <a:xfrm>
              <a:off x="223569" y="4974690"/>
              <a:ext cx="1109836" cy="1024248"/>
            </a:xfrm>
            <a:prstGeom prst="roundRect">
              <a:avLst/>
            </a:prstGeom>
            <a:solidFill>
              <a:schemeClr val="bg1"/>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Rounded Corners 39">
              <a:extLst>
                <a:ext uri="{FF2B5EF4-FFF2-40B4-BE49-F238E27FC236}">
                  <a16:creationId xmlns:a16="http://schemas.microsoft.com/office/drawing/2014/main" id="{034C7F4C-BD33-5A43-B5C7-FB3C3BC0DDD5}"/>
                </a:ext>
              </a:extLst>
            </p:cNvPr>
            <p:cNvSpPr/>
            <p:nvPr userDrawn="1"/>
          </p:nvSpPr>
          <p:spPr>
            <a:xfrm>
              <a:off x="321494" y="-8467"/>
              <a:ext cx="1109836" cy="1024248"/>
            </a:xfrm>
            <a:prstGeom prst="roundRect">
              <a:avLst/>
            </a:prstGeom>
            <a:solidFill>
              <a:schemeClr val="bg1"/>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Rounded Corners 40">
              <a:extLst>
                <a:ext uri="{FF2B5EF4-FFF2-40B4-BE49-F238E27FC236}">
                  <a16:creationId xmlns:a16="http://schemas.microsoft.com/office/drawing/2014/main" id="{DC24B8AB-5468-C977-A471-8EF4FDEA3874}"/>
                </a:ext>
              </a:extLst>
            </p:cNvPr>
            <p:cNvSpPr/>
            <p:nvPr userDrawn="1"/>
          </p:nvSpPr>
          <p:spPr>
            <a:xfrm>
              <a:off x="321494" y="4177583"/>
              <a:ext cx="1109836" cy="1024248"/>
            </a:xfrm>
            <a:prstGeom prst="roundRect">
              <a:avLst/>
            </a:prstGeom>
            <a:solidFill>
              <a:srgbClr val="4285F4"/>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2" descr="Landing Redes y Riesgos – Universidad Francisco de Vitoria">
              <a:extLst>
                <a:ext uri="{FF2B5EF4-FFF2-40B4-BE49-F238E27FC236}">
                  <a16:creationId xmlns:a16="http://schemas.microsoft.com/office/drawing/2014/main" id="{A5F3D252-FC8B-B6B2-EE94-68BFA897FDC9}"/>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91121" y="-1666"/>
              <a:ext cx="982268" cy="982268"/>
            </a:xfrm>
            <a:prstGeom prst="rect">
              <a:avLst/>
            </a:prstGeom>
            <a:noFill/>
            <a:extLst>
              <a:ext uri="{909E8E84-426E-40DD-AFC4-6F175D3DCCD1}">
                <a14:hiddenFill xmlns:a14="http://schemas.microsoft.com/office/drawing/2010/main">
                  <a:solidFill>
                    <a:srgbClr val="FFFFFF"/>
                  </a:solidFill>
                </a14:hiddenFill>
              </a:ext>
            </a:extLst>
          </p:spPr>
        </p:pic>
        <p:sp>
          <p:nvSpPr>
            <p:cNvPr id="43" name="Rectangle: Rounded Corners 42">
              <a:extLst>
                <a:ext uri="{FF2B5EF4-FFF2-40B4-BE49-F238E27FC236}">
                  <a16:creationId xmlns:a16="http://schemas.microsoft.com/office/drawing/2014/main" id="{80EC9C39-1EFD-D1A9-082E-5558C21FF311}"/>
                </a:ext>
              </a:extLst>
            </p:cNvPr>
            <p:cNvSpPr/>
            <p:nvPr userDrawn="1"/>
          </p:nvSpPr>
          <p:spPr>
            <a:xfrm>
              <a:off x="1476579" y="5519869"/>
              <a:ext cx="1379432" cy="1273054"/>
            </a:xfrm>
            <a:prstGeom prst="roundRect">
              <a:avLst/>
            </a:prstGeom>
            <a:solidFill>
              <a:srgbClr val="0C3C60"/>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Rounded Corners 43">
              <a:extLst>
                <a:ext uri="{FF2B5EF4-FFF2-40B4-BE49-F238E27FC236}">
                  <a16:creationId xmlns:a16="http://schemas.microsoft.com/office/drawing/2014/main" id="{2F3B22DE-6598-CCE3-DB25-AE2E00452547}"/>
                </a:ext>
              </a:extLst>
            </p:cNvPr>
            <p:cNvSpPr/>
            <p:nvPr userDrawn="1"/>
          </p:nvSpPr>
          <p:spPr>
            <a:xfrm>
              <a:off x="1305300" y="5150846"/>
              <a:ext cx="1379432" cy="1273054"/>
            </a:xfrm>
            <a:prstGeom prst="roundRect">
              <a:avLst/>
            </a:prstGeom>
            <a:solidFill>
              <a:srgbClr val="34A853"/>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Rounded Corners 44">
              <a:extLst>
                <a:ext uri="{FF2B5EF4-FFF2-40B4-BE49-F238E27FC236}">
                  <a16:creationId xmlns:a16="http://schemas.microsoft.com/office/drawing/2014/main" id="{279CEC53-3F5F-9EB2-7E7C-1B3F60641B6B}"/>
                </a:ext>
              </a:extLst>
            </p:cNvPr>
            <p:cNvSpPr/>
            <p:nvPr userDrawn="1"/>
          </p:nvSpPr>
          <p:spPr>
            <a:xfrm>
              <a:off x="435134" y="5738908"/>
              <a:ext cx="1109836" cy="1024248"/>
            </a:xfrm>
            <a:prstGeom prst="roundRect">
              <a:avLst/>
            </a:prstGeom>
            <a:solidFill>
              <a:srgbClr val="5F6368"/>
            </a:solidFill>
            <a:ln>
              <a:noFill/>
            </a:ln>
            <a:effectLst>
              <a:outerShdw blurRad="50800" dist="38100" dir="2700000" sx="114000" sy="114000" algn="tl" rotWithShape="0">
                <a:prstClr val="black">
                  <a:alpha val="6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1E5596BE-9AF9-4E97-9204-5B672D797384}"/>
              </a:ext>
            </a:extLst>
          </p:cNvPr>
          <p:cNvSpPr>
            <a:spLocks noGrp="1"/>
          </p:cNvSpPr>
          <p:nvPr userDrawn="1">
            <p:ph type="title"/>
          </p:nvPr>
        </p:nvSpPr>
        <p:spPr>
          <a:xfrm>
            <a:off x="3945706" y="1777283"/>
            <a:ext cx="7696200" cy="2400300"/>
          </a:xfrm>
          <a:gradFill>
            <a:gsLst>
              <a:gs pos="0">
                <a:schemeClr val="bg1">
                  <a:alpha val="0"/>
                </a:schemeClr>
              </a:gs>
              <a:gs pos="100000">
                <a:schemeClr val="bg1"/>
              </a:gs>
            </a:gsLst>
            <a:lin ang="0" scaled="1"/>
          </a:gradFill>
        </p:spPr>
        <p:txBody>
          <a:bodyPr vert="horz" lIns="91440" tIns="45720" rIns="91440" bIns="45720" rtlCol="0" anchor="b" anchorCtr="0">
            <a:normAutofit/>
          </a:bodyPr>
          <a:lstStyle>
            <a:lvl1pPr>
              <a:defRPr lang="en-US" sz="4400" cap="small" baseline="0" dirty="0">
                <a:solidFill>
                  <a:schemeClr val="tx1"/>
                </a:solidFill>
              </a:defRPr>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95EDF98A-E8AE-4443-9A8C-CB35DEB2CE60}"/>
              </a:ext>
            </a:extLst>
          </p:cNvPr>
          <p:cNvSpPr>
            <a:spLocks noGrp="1"/>
          </p:cNvSpPr>
          <p:nvPr userDrawn="1">
            <p:ph type="body" idx="1"/>
          </p:nvPr>
        </p:nvSpPr>
        <p:spPr>
          <a:xfrm>
            <a:off x="3945706" y="4974690"/>
            <a:ext cx="7696200" cy="876300"/>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30" name="Picture 2">
            <a:extLst>
              <a:ext uri="{FF2B5EF4-FFF2-40B4-BE49-F238E27FC236}">
                <a16:creationId xmlns:a16="http://schemas.microsoft.com/office/drawing/2014/main" id="{80EFEEE1-C6ED-85BB-47CE-A302693E08EA}"/>
              </a:ext>
            </a:extLst>
          </p:cNvPr>
          <p:cNvPicPr>
            <a:picLocks noChangeAspect="1" noChangeArrowheads="1"/>
          </p:cNvPicPr>
          <p:nvPr userDrawn="1"/>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bwMode="auto">
          <a:xfrm>
            <a:off x="8534180" y="211709"/>
            <a:ext cx="3107726" cy="1345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23147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Question / Answ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FF197-4D72-4945-8068-57D52018E6C9}"/>
              </a:ext>
            </a:extLst>
          </p:cNvPr>
          <p:cNvSpPr>
            <a:spLocks noGrp="1"/>
          </p:cNvSpPr>
          <p:nvPr>
            <p:ph type="title"/>
          </p:nvPr>
        </p:nvSpPr>
        <p:spPr>
          <a:xfrm>
            <a:off x="593542" y="392853"/>
            <a:ext cx="8644449" cy="2283691"/>
          </a:xfrm>
          <a:noFill/>
        </p:spPr>
        <p:txBody>
          <a:bodyPr vert="horz" lIns="91440" tIns="45720" rIns="91440" bIns="45720" rtlCol="0" anchor="t" anchorCtr="0">
            <a:normAutofit/>
          </a:bodyPr>
          <a:lstStyle>
            <a:lvl1pPr>
              <a:defRPr lang="en-US" sz="2000" kern="1200" cap="none" spc="-100" baseline="0" dirty="0">
                <a:solidFill>
                  <a:schemeClr val="tx1"/>
                </a:solidFill>
              </a:defRPr>
            </a:lvl1pPr>
          </a:lstStyle>
          <a:p>
            <a:pPr lvl="0"/>
            <a:r>
              <a:rPr lang="en-US" dirty="0"/>
              <a:t>Click to edit Master title style</a:t>
            </a:r>
          </a:p>
        </p:txBody>
      </p:sp>
      <p:grpSp>
        <p:nvGrpSpPr>
          <p:cNvPr id="11" name="Group 10">
            <a:extLst>
              <a:ext uri="{FF2B5EF4-FFF2-40B4-BE49-F238E27FC236}">
                <a16:creationId xmlns:a16="http://schemas.microsoft.com/office/drawing/2014/main" id="{0B877A47-A2BF-8312-A676-68D5BCA0FAE3}"/>
              </a:ext>
            </a:extLst>
          </p:cNvPr>
          <p:cNvGrpSpPr/>
          <p:nvPr userDrawn="1"/>
        </p:nvGrpSpPr>
        <p:grpSpPr>
          <a:xfrm>
            <a:off x="0" y="6697662"/>
            <a:ext cx="12192000" cy="160337"/>
            <a:chOff x="0" y="6121940"/>
            <a:chExt cx="12192000" cy="736060"/>
          </a:xfrm>
        </p:grpSpPr>
        <p:sp>
          <p:nvSpPr>
            <p:cNvPr id="8" name="Rectangle 7">
              <a:extLst>
                <a:ext uri="{FF2B5EF4-FFF2-40B4-BE49-F238E27FC236}">
                  <a16:creationId xmlns:a16="http://schemas.microsoft.com/office/drawing/2014/main" id="{8313FAFD-77E7-D955-D815-96BC5A16AB60}"/>
                </a:ext>
              </a:extLst>
            </p:cNvPr>
            <p:cNvSpPr/>
            <p:nvPr userDrawn="1"/>
          </p:nvSpPr>
          <p:spPr>
            <a:xfrm>
              <a:off x="0" y="6121940"/>
              <a:ext cx="9895668" cy="736060"/>
            </a:xfrm>
            <a:prstGeom prst="rect">
              <a:avLst/>
            </a:prstGeom>
            <a:solidFill>
              <a:srgbClr val="0C3C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2627AFC7-99E1-D398-8E63-FC8064565B9C}"/>
                </a:ext>
              </a:extLst>
            </p:cNvPr>
            <p:cNvSpPr/>
            <p:nvPr userDrawn="1"/>
          </p:nvSpPr>
          <p:spPr>
            <a:xfrm>
              <a:off x="9949912" y="6121940"/>
              <a:ext cx="309966" cy="736060"/>
            </a:xfrm>
            <a:prstGeom prst="rect">
              <a:avLst/>
            </a:prstGeom>
            <a:solidFill>
              <a:srgbClr val="8C8C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41C6FCC-B56B-E3B8-A916-3616C6B901B6}"/>
                </a:ext>
              </a:extLst>
            </p:cNvPr>
            <p:cNvSpPr/>
            <p:nvPr userDrawn="1"/>
          </p:nvSpPr>
          <p:spPr>
            <a:xfrm>
              <a:off x="10314122" y="6121940"/>
              <a:ext cx="1877878" cy="736060"/>
            </a:xfrm>
            <a:prstGeom prst="rect">
              <a:avLst/>
            </a:prstGeom>
            <a:solidFill>
              <a:srgbClr val="0C3C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Content Placeholder 2">
            <a:extLst>
              <a:ext uri="{FF2B5EF4-FFF2-40B4-BE49-F238E27FC236}">
                <a16:creationId xmlns:a16="http://schemas.microsoft.com/office/drawing/2014/main" id="{88C81FA8-039D-4BAF-8AAB-7B6616AFEEC6}"/>
              </a:ext>
            </a:extLst>
          </p:cNvPr>
          <p:cNvSpPr>
            <a:spLocks noGrp="1"/>
          </p:cNvSpPr>
          <p:nvPr>
            <p:ph idx="1"/>
          </p:nvPr>
        </p:nvSpPr>
        <p:spPr>
          <a:xfrm>
            <a:off x="347877" y="2966720"/>
            <a:ext cx="11525917" cy="3440767"/>
          </a:xfrm>
          <a:noFill/>
        </p:spPr>
        <p:txBody>
          <a:bodyPr>
            <a:normAutofit/>
          </a:bodyPr>
          <a:lstStyle>
            <a:lvl1pPr>
              <a:defRPr sz="2000" baseline="0"/>
            </a:lvl1pPr>
            <a:lvl2pPr>
              <a:defRPr sz="2000" baseline="0"/>
            </a:lvl2pPr>
            <a:lvl3pPr>
              <a:defRPr sz="2000" baseline="0"/>
            </a:lvl3pPr>
            <a:lvl4pPr>
              <a:defRPr sz="2000" baseline="0"/>
            </a:lvl4pPr>
            <a:lvl5pPr>
              <a:defRPr sz="20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727357F-46A1-493A-A5E4-1D7FAE5B9960}"/>
              </a:ext>
            </a:extLst>
          </p:cNvPr>
          <p:cNvSpPr>
            <a:spLocks noGrp="1"/>
          </p:cNvSpPr>
          <p:nvPr>
            <p:ph type="dt" sz="half" idx="10"/>
          </p:nvPr>
        </p:nvSpPr>
        <p:spPr/>
        <p:txBody>
          <a:bodyPr/>
          <a:lstStyle/>
          <a:p>
            <a:fld id="{D341B595-366B-43E2-A22E-EA6A78C03F06}" type="datetimeFigureOut">
              <a:rPr lang="en-US" smtClean="0"/>
              <a:t>12/10/2025</a:t>
            </a:fld>
            <a:endParaRPr lang="en-US"/>
          </a:p>
        </p:txBody>
      </p:sp>
      <p:sp>
        <p:nvSpPr>
          <p:cNvPr id="5" name="Footer Placeholder 4">
            <a:extLst>
              <a:ext uri="{FF2B5EF4-FFF2-40B4-BE49-F238E27FC236}">
                <a16:creationId xmlns:a16="http://schemas.microsoft.com/office/drawing/2014/main" id="{C57277BC-26F9-4B14-A2DC-C7575C5A6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a:lstStyle/>
          <a:p>
            <a:fld id="{4BA915EE-10CB-4CF1-8569-6154455DA573}" type="slidenum">
              <a:rPr lang="en-US" smtClean="0"/>
              <a:t>‹#›</a:t>
            </a:fld>
            <a:endParaRPr lang="en-US"/>
          </a:p>
        </p:txBody>
      </p:sp>
      <p:grpSp>
        <p:nvGrpSpPr>
          <p:cNvPr id="40" name="Group 39">
            <a:extLst>
              <a:ext uri="{FF2B5EF4-FFF2-40B4-BE49-F238E27FC236}">
                <a16:creationId xmlns:a16="http://schemas.microsoft.com/office/drawing/2014/main" id="{51C0DA99-0987-0D79-0957-58354919A09A}"/>
              </a:ext>
            </a:extLst>
          </p:cNvPr>
          <p:cNvGrpSpPr/>
          <p:nvPr userDrawn="1"/>
        </p:nvGrpSpPr>
        <p:grpSpPr>
          <a:xfrm>
            <a:off x="9348752" y="22354"/>
            <a:ext cx="2639829" cy="538986"/>
            <a:chOff x="9348752" y="22354"/>
            <a:chExt cx="2639829" cy="538986"/>
          </a:xfrm>
        </p:grpSpPr>
        <p:pic>
          <p:nvPicPr>
            <p:cNvPr id="41" name="Picture 2">
              <a:extLst>
                <a:ext uri="{FF2B5EF4-FFF2-40B4-BE49-F238E27FC236}">
                  <a16:creationId xmlns:a16="http://schemas.microsoft.com/office/drawing/2014/main" id="{4FC60B04-89CF-A153-2B6C-6C62DA063EE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7429" b="37429"/>
            <a:stretch/>
          </p:blipFill>
          <p:spPr bwMode="auto">
            <a:xfrm>
              <a:off x="9844866" y="22354"/>
              <a:ext cx="2143715" cy="538985"/>
            </a:xfrm>
            <a:prstGeom prst="rect">
              <a:avLst/>
            </a:prstGeom>
            <a:noFill/>
            <a:extLst>
              <a:ext uri="{909E8E84-426E-40DD-AFC4-6F175D3DCCD1}">
                <a14:hiddenFill xmlns:a14="http://schemas.microsoft.com/office/drawing/2010/main">
                  <a:solidFill>
                    <a:srgbClr val="FFFFFF"/>
                  </a:solidFill>
                </a14:hiddenFill>
              </a:ext>
            </a:extLst>
          </p:spPr>
        </p:pic>
        <p:sp>
          <p:nvSpPr>
            <p:cNvPr id="42" name="Rectangle 41">
              <a:extLst>
                <a:ext uri="{FF2B5EF4-FFF2-40B4-BE49-F238E27FC236}">
                  <a16:creationId xmlns:a16="http://schemas.microsoft.com/office/drawing/2014/main" id="{8E5F080B-1B61-D508-677A-384A0B0EAEB8}"/>
                </a:ext>
              </a:extLst>
            </p:cNvPr>
            <p:cNvSpPr/>
            <p:nvPr userDrawn="1"/>
          </p:nvSpPr>
          <p:spPr>
            <a:xfrm>
              <a:off x="9691688" y="22355"/>
              <a:ext cx="123825" cy="538985"/>
            </a:xfrm>
            <a:prstGeom prst="rect">
              <a:avLst/>
            </a:prstGeom>
            <a:solidFill>
              <a:srgbClr val="8B8D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A41F4BE1-BBE0-EFEA-26C6-8FF125B2C002}"/>
                </a:ext>
              </a:extLst>
            </p:cNvPr>
            <p:cNvSpPr/>
            <p:nvPr userDrawn="1"/>
          </p:nvSpPr>
          <p:spPr>
            <a:xfrm>
              <a:off x="9348752" y="22354"/>
              <a:ext cx="313582" cy="538985"/>
            </a:xfrm>
            <a:prstGeom prst="rect">
              <a:avLst/>
            </a:prstGeom>
            <a:solidFill>
              <a:srgbClr val="0C3C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F503C60E-F2DD-EF13-27B0-AFD6C5F50E91}"/>
              </a:ext>
            </a:extLst>
          </p:cNvPr>
          <p:cNvSpPr/>
          <p:nvPr userDrawn="1"/>
        </p:nvSpPr>
        <p:spPr>
          <a:xfrm>
            <a:off x="-15104" y="6358732"/>
            <a:ext cx="361668" cy="387686"/>
          </a:xfrm>
          <a:prstGeom prst="rect">
            <a:avLst/>
          </a:prstGeom>
          <a:solidFill>
            <a:srgbClr val="EA43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nvGrpSpPr>
          <p:cNvPr id="15" name="Group 14">
            <a:extLst>
              <a:ext uri="{FF2B5EF4-FFF2-40B4-BE49-F238E27FC236}">
                <a16:creationId xmlns:a16="http://schemas.microsoft.com/office/drawing/2014/main" id="{314DE7C0-2A6A-C537-BC43-EF989996BE3F}"/>
              </a:ext>
            </a:extLst>
          </p:cNvPr>
          <p:cNvGrpSpPr/>
          <p:nvPr userDrawn="1"/>
        </p:nvGrpSpPr>
        <p:grpSpPr>
          <a:xfrm>
            <a:off x="-13791" y="-6131"/>
            <a:ext cx="12205791" cy="6703792"/>
            <a:chOff x="-13791" y="-6131"/>
            <a:chExt cx="12205791" cy="6703792"/>
          </a:xfrm>
        </p:grpSpPr>
        <p:sp>
          <p:nvSpPr>
            <p:cNvPr id="7" name="Rectangle 6">
              <a:extLst>
                <a:ext uri="{FF2B5EF4-FFF2-40B4-BE49-F238E27FC236}">
                  <a16:creationId xmlns:a16="http://schemas.microsoft.com/office/drawing/2014/main" id="{DF11C776-EDC3-CC59-36E8-7FFEE4BA3A4D}"/>
                </a:ext>
              </a:extLst>
            </p:cNvPr>
            <p:cNvSpPr/>
            <p:nvPr userDrawn="1"/>
          </p:nvSpPr>
          <p:spPr>
            <a:xfrm>
              <a:off x="-13791" y="-6131"/>
              <a:ext cx="361668" cy="1061604"/>
            </a:xfrm>
            <a:prstGeom prst="rect">
              <a:avLst/>
            </a:prstGeom>
            <a:solidFill>
              <a:srgbClr val="34A8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2" name="Rectangle 11">
              <a:extLst>
                <a:ext uri="{FF2B5EF4-FFF2-40B4-BE49-F238E27FC236}">
                  <a16:creationId xmlns:a16="http://schemas.microsoft.com/office/drawing/2014/main" id="{F7A0E82B-F3ED-5FD2-7B2C-711C9EB787FB}"/>
                </a:ext>
              </a:extLst>
            </p:cNvPr>
            <p:cNvSpPr/>
            <p:nvPr userDrawn="1"/>
          </p:nvSpPr>
          <p:spPr>
            <a:xfrm>
              <a:off x="-13791" y="1052828"/>
              <a:ext cx="250907" cy="5305903"/>
            </a:xfrm>
            <a:prstGeom prst="rect">
              <a:avLst/>
            </a:prstGeom>
            <a:solidFill>
              <a:srgbClr val="FBBC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4" name="Rectangle 13">
              <a:extLst>
                <a:ext uri="{FF2B5EF4-FFF2-40B4-BE49-F238E27FC236}">
                  <a16:creationId xmlns:a16="http://schemas.microsoft.com/office/drawing/2014/main" id="{E66D491F-707C-7630-72FA-2C3F56ED80E2}"/>
                </a:ext>
              </a:extLst>
            </p:cNvPr>
            <p:cNvSpPr/>
            <p:nvPr userDrawn="1"/>
          </p:nvSpPr>
          <p:spPr>
            <a:xfrm>
              <a:off x="12056326" y="-6131"/>
              <a:ext cx="135674" cy="6703792"/>
            </a:xfrm>
            <a:prstGeom prst="rect">
              <a:avLst/>
            </a:prstGeom>
            <a:solidFill>
              <a:srgbClr val="4285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Tree>
    <p:extLst>
      <p:ext uri="{BB962C8B-B14F-4D97-AF65-F5344CB8AC3E}">
        <p14:creationId xmlns:p14="http://schemas.microsoft.com/office/powerpoint/2010/main" val="328166543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pic>
        <p:nvPicPr>
          <p:cNvPr id="9" name="Picture 8" descr="A sign with letters in the middle of the field&#10;&#10;AI-generated content may be incorrect.">
            <a:extLst>
              <a:ext uri="{FF2B5EF4-FFF2-40B4-BE49-F238E27FC236}">
                <a16:creationId xmlns:a16="http://schemas.microsoft.com/office/drawing/2014/main" id="{7865673B-AD02-0242-8C8F-98E5CD6DAC02}"/>
              </a:ext>
            </a:extLst>
          </p:cNvPr>
          <p:cNvPicPr>
            <a:picLocks noChangeAspect="1"/>
          </p:cNvPicPr>
          <p:nvPr userDrawn="1"/>
        </p:nvPicPr>
        <p:blipFill>
          <a:blip r:embed="rId2">
            <a:extLst>
              <a:ext uri="{28A0092B-C50C-407E-A947-70E740481C1C}">
                <a14:useLocalDpi xmlns:a14="http://schemas.microsoft.com/office/drawing/2010/main" val="0"/>
              </a:ext>
            </a:extLst>
          </a:blip>
          <a:srcRect l="2651" r="40514" b="-778"/>
          <a:stretch/>
        </p:blipFill>
        <p:spPr>
          <a:xfrm>
            <a:off x="-387706" y="0"/>
            <a:ext cx="12579706" cy="6911340"/>
          </a:xfrm>
          <a:prstGeom prst="rect">
            <a:avLst/>
          </a:prstGeom>
        </p:spPr>
      </p:pic>
      <p:sp>
        <p:nvSpPr>
          <p:cNvPr id="2" name="Date Placeholder 1">
            <a:extLst>
              <a:ext uri="{FF2B5EF4-FFF2-40B4-BE49-F238E27FC236}">
                <a16:creationId xmlns:a16="http://schemas.microsoft.com/office/drawing/2014/main" id="{5015B6E5-6347-41F6-85FC-3BF3652D1BC3}"/>
              </a:ext>
            </a:extLst>
          </p:cNvPr>
          <p:cNvSpPr>
            <a:spLocks noGrp="1"/>
          </p:cNvSpPr>
          <p:nvPr>
            <p:ph type="dt" sz="half" idx="10"/>
          </p:nvPr>
        </p:nvSpPr>
        <p:spPr/>
        <p:txBody>
          <a:bodyPr/>
          <a:lstStyle/>
          <a:p>
            <a:fld id="{D341B595-366B-43E2-A22E-EA6A78C03F06}" type="datetimeFigureOut">
              <a:rPr lang="en-US" smtClean="0"/>
              <a:t>12/10/2025</a:t>
            </a:fld>
            <a:endParaRPr lang="en-US"/>
          </a:p>
        </p:txBody>
      </p:sp>
      <p:sp>
        <p:nvSpPr>
          <p:cNvPr id="3" name="Footer Placeholder 2">
            <a:extLst>
              <a:ext uri="{FF2B5EF4-FFF2-40B4-BE49-F238E27FC236}">
                <a16:creationId xmlns:a16="http://schemas.microsoft.com/office/drawing/2014/main" id="{1C6A93F6-45F8-4453-B5DC-B2F3D5D0B50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E364E1-213B-4AF0-80D7-8101EFD5E410}"/>
              </a:ext>
            </a:extLst>
          </p:cNvPr>
          <p:cNvSpPr>
            <a:spLocks noGrp="1"/>
          </p:cNvSpPr>
          <p:nvPr>
            <p:ph type="sldNum" sz="quarter" idx="12"/>
          </p:nvPr>
        </p:nvSpPr>
        <p:spPr/>
        <p:txBody>
          <a:bodyPr/>
          <a:lstStyle/>
          <a:p>
            <a:fld id="{4BA915EE-10CB-4CF1-8569-6154455DA573}" type="slidenum">
              <a:rPr lang="en-US" smtClean="0"/>
              <a:t>‹#›</a:t>
            </a:fld>
            <a:endParaRPr lang="en-US"/>
          </a:p>
        </p:txBody>
      </p:sp>
      <p:sp>
        <p:nvSpPr>
          <p:cNvPr id="5" name="Rectangle 4">
            <a:extLst>
              <a:ext uri="{FF2B5EF4-FFF2-40B4-BE49-F238E27FC236}">
                <a16:creationId xmlns:a16="http://schemas.microsoft.com/office/drawing/2014/main" id="{0458C257-F4ED-ECDA-D88E-35337C3F7A80}"/>
              </a:ext>
            </a:extLst>
          </p:cNvPr>
          <p:cNvSpPr/>
          <p:nvPr userDrawn="1"/>
        </p:nvSpPr>
        <p:spPr>
          <a:xfrm>
            <a:off x="-387706" y="0"/>
            <a:ext cx="12579706" cy="6858000"/>
          </a:xfrm>
          <a:prstGeom prst="rect">
            <a:avLst/>
          </a:prstGeom>
          <a:solidFill>
            <a:schemeClr val="bg1">
              <a:alpha val="6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 Placeholder 9">
            <a:extLst>
              <a:ext uri="{FF2B5EF4-FFF2-40B4-BE49-F238E27FC236}">
                <a16:creationId xmlns:a16="http://schemas.microsoft.com/office/drawing/2014/main" id="{872BE588-832C-D24B-059A-25F9CA0B7DAD}"/>
              </a:ext>
            </a:extLst>
          </p:cNvPr>
          <p:cNvSpPr>
            <a:spLocks noGrp="1"/>
          </p:cNvSpPr>
          <p:nvPr>
            <p:ph type="body" sz="quarter" idx="13" hasCustomPrompt="1"/>
          </p:nvPr>
        </p:nvSpPr>
        <p:spPr>
          <a:xfrm>
            <a:off x="1380065" y="1625599"/>
            <a:ext cx="9668933" cy="3793067"/>
          </a:xfrm>
        </p:spPr>
        <p:txBody>
          <a:bodyPr vert="horz" lIns="91440" tIns="45720" rIns="91440" bIns="45720" rtlCol="0">
            <a:normAutofit/>
          </a:bodyPr>
          <a:lstStyle>
            <a:lvl1pPr>
              <a:defRPr kumimoji="0" lang="en-US" sz="9600" b="0" i="0" u="none" strike="noStrike" cap="none" spc="0" normalizeH="0" baseline="0" noProof="0" dirty="0">
                <a:ln>
                  <a:noFill/>
                </a:ln>
                <a:solidFill>
                  <a:srgbClr val="0C3C60"/>
                </a:solidFill>
                <a:effectLst/>
                <a:uLnTx/>
                <a:uFillTx/>
                <a:latin typeface="Calibri" panose="020F0502020204030204"/>
              </a:defRPr>
            </a:lvl1pPr>
          </a:lstStyle>
          <a:p>
            <a:pPr marL="0" marR="0" lvl="0" indent="0" fontAlgn="auto">
              <a:lnSpc>
                <a:spcPct val="100000"/>
              </a:lnSpc>
              <a:spcBef>
                <a:spcPts val="0"/>
              </a:spcBef>
              <a:spcAft>
                <a:spcPts val="0"/>
              </a:spcAft>
              <a:buClrTx/>
              <a:buSzTx/>
              <a:buNone/>
              <a:tabLst/>
            </a:pPr>
            <a:r>
              <a:rPr kumimoji="0" lang="en-US" sz="9600" b="0" i="0" u="none" strike="noStrike" kern="1200" cap="none" spc="0" normalizeH="0" baseline="0" noProof="0" dirty="0">
                <a:ln>
                  <a:noFill/>
                </a:ln>
                <a:solidFill>
                  <a:srgbClr val="0C3C60"/>
                </a:solidFill>
                <a:effectLst/>
                <a:uLnTx/>
                <a:uFillTx/>
                <a:latin typeface="Calibri" panose="020F0502020204030204"/>
                <a:ea typeface="+mn-ea"/>
                <a:cs typeface="+mn-cs"/>
              </a:rPr>
              <a:t>Place </a:t>
            </a:r>
            <a:br>
              <a:rPr kumimoji="0" lang="en-US" sz="9600" b="0" i="0" u="none" strike="noStrike" kern="1200" cap="none" spc="0" normalizeH="0" baseline="0" noProof="0" dirty="0">
                <a:ln>
                  <a:noFill/>
                </a:ln>
                <a:solidFill>
                  <a:srgbClr val="0C3C60"/>
                </a:solidFill>
                <a:effectLst/>
                <a:uLnTx/>
                <a:uFillTx/>
                <a:latin typeface="Calibri" panose="020F0502020204030204"/>
                <a:ea typeface="+mn-ea"/>
                <a:cs typeface="+mn-cs"/>
              </a:rPr>
            </a:br>
            <a:r>
              <a:rPr kumimoji="0" lang="en-US" sz="9600" b="0" i="0" u="none" strike="noStrike" kern="1200" cap="none" spc="0" normalizeH="0" baseline="0" noProof="0" dirty="0">
                <a:ln>
                  <a:noFill/>
                </a:ln>
                <a:solidFill>
                  <a:srgbClr val="0C3C60"/>
                </a:solidFill>
                <a:effectLst/>
                <a:uLnTx/>
                <a:uFillTx/>
                <a:latin typeface="Calibri" panose="020F0502020204030204"/>
                <a:ea typeface="+mn-ea"/>
                <a:cs typeface="+mn-cs"/>
              </a:rPr>
              <a:t>		your</a:t>
            </a:r>
          </a:p>
          <a:p>
            <a:pPr marL="0" marR="0" lvl="0" indent="0" fontAlgn="auto">
              <a:lnSpc>
                <a:spcPct val="100000"/>
              </a:lnSpc>
              <a:spcBef>
                <a:spcPts val="0"/>
              </a:spcBef>
              <a:spcAft>
                <a:spcPts val="0"/>
              </a:spcAft>
              <a:buClrTx/>
              <a:buSzTx/>
              <a:buNone/>
              <a:tabLst/>
            </a:pPr>
            <a:r>
              <a:rPr kumimoji="0" lang="en-US" sz="9600" b="0" i="0" u="none" strike="noStrike" kern="1200" cap="none" spc="0" normalizeH="0" baseline="0" noProof="0" dirty="0">
                <a:ln>
                  <a:noFill/>
                </a:ln>
                <a:solidFill>
                  <a:srgbClr val="0C3C60"/>
                </a:solidFill>
                <a:effectLst/>
                <a:uLnTx/>
                <a:uFillTx/>
                <a:latin typeface="Calibri" panose="020F0502020204030204"/>
                <a:ea typeface="+mn-ea"/>
                <a:cs typeface="+mn-cs"/>
              </a:rPr>
              <a:t>					text</a:t>
            </a:r>
          </a:p>
        </p:txBody>
      </p:sp>
      <p:pic>
        <p:nvPicPr>
          <p:cNvPr id="30" name="Graphic 29">
            <a:extLst>
              <a:ext uri="{FF2B5EF4-FFF2-40B4-BE49-F238E27FC236}">
                <a16:creationId xmlns:a16="http://schemas.microsoft.com/office/drawing/2014/main" id="{B9C08511-8BDB-BCCE-BDF8-2A719D37DD9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7042" y="5926527"/>
            <a:ext cx="4669123" cy="812022"/>
          </a:xfrm>
          <a:prstGeom prst="rect">
            <a:avLst/>
          </a:prstGeom>
        </p:spPr>
      </p:pic>
    </p:spTree>
    <p:extLst>
      <p:ext uri="{BB962C8B-B14F-4D97-AF65-F5344CB8AC3E}">
        <p14:creationId xmlns:p14="http://schemas.microsoft.com/office/powerpoint/2010/main" val="12138925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5EB7D6-B8CB-49E3-874F-2255BEE82473}"/>
              </a:ext>
            </a:extLst>
          </p:cNvPr>
          <p:cNvSpPr>
            <a:spLocks noGrp="1"/>
          </p:cNvSpPr>
          <p:nvPr>
            <p:ph type="title"/>
          </p:nvPr>
        </p:nvSpPr>
        <p:spPr>
          <a:xfrm>
            <a:off x="143933" y="0"/>
            <a:ext cx="11840622" cy="668867"/>
          </a:xfrm>
          <a:prstGeom prst="rect">
            <a:avLst/>
          </a:prstGeom>
          <a:solidFill>
            <a:schemeClr val="bg1"/>
          </a:solidFill>
        </p:spPr>
        <p:txBody>
          <a:bodyPr vert="horz" lIns="91440" tIns="45720" rIns="91440" bIns="45720" rtlCol="0" anchor="b" anchorCtr="0">
            <a:norm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CFBEEAC5-A8AB-4FE8-A270-D70F7DED4A50}"/>
              </a:ext>
            </a:extLst>
          </p:cNvPr>
          <p:cNvSpPr>
            <a:spLocks noGrp="1"/>
          </p:cNvSpPr>
          <p:nvPr>
            <p:ph type="body" idx="1"/>
          </p:nvPr>
        </p:nvSpPr>
        <p:spPr>
          <a:xfrm>
            <a:off x="143933" y="850900"/>
            <a:ext cx="11840622" cy="54816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7B6506C-52BF-4C05-AD31-7C08B80151CB}"/>
              </a:ext>
            </a:extLst>
          </p:cNvPr>
          <p:cNvSpPr>
            <a:spLocks noGrp="1"/>
          </p:cNvSpPr>
          <p:nvPr>
            <p:ph type="dt" sz="half" idx="2"/>
          </p:nvPr>
        </p:nvSpPr>
        <p:spPr>
          <a:xfrm>
            <a:off x="652371" y="6332538"/>
            <a:ext cx="3006492" cy="365125"/>
          </a:xfrm>
          <a:prstGeom prst="rect">
            <a:avLst/>
          </a:prstGeom>
        </p:spPr>
        <p:txBody>
          <a:bodyPr vert="horz" lIns="91440" tIns="45720" rIns="91440" bIns="45720" rtlCol="0" anchor="ctr"/>
          <a:lstStyle>
            <a:lvl1pPr algn="l">
              <a:defRPr sz="1050" b="1" spc="300" baseline="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stStyle>
          <a:p>
            <a:fld id="{D341B595-366B-43E2-A22E-EA6A78C03F06}" type="datetimeFigureOut">
              <a:rPr lang="en-US" smtClean="0"/>
              <a:pPr/>
              <a:t>12/10/2025</a:t>
            </a:fld>
            <a:endParaRPr lang="en-US"/>
          </a:p>
        </p:txBody>
      </p:sp>
      <p:sp>
        <p:nvSpPr>
          <p:cNvPr id="5" name="Footer Placeholder 4">
            <a:extLst>
              <a:ext uri="{FF2B5EF4-FFF2-40B4-BE49-F238E27FC236}">
                <a16:creationId xmlns:a16="http://schemas.microsoft.com/office/drawing/2014/main" id="{F2534630-6C67-4A40-A499-CB025B2438CE}"/>
              </a:ext>
            </a:extLst>
          </p:cNvPr>
          <p:cNvSpPr>
            <a:spLocks noGrp="1"/>
          </p:cNvSpPr>
          <p:nvPr>
            <p:ph type="ftr" sz="quarter" idx="3"/>
          </p:nvPr>
        </p:nvSpPr>
        <p:spPr>
          <a:xfrm>
            <a:off x="8034169" y="6332538"/>
            <a:ext cx="3505459" cy="365125"/>
          </a:xfrm>
          <a:prstGeom prst="rect">
            <a:avLst/>
          </a:prstGeom>
        </p:spPr>
        <p:txBody>
          <a:bodyPr vert="horz" lIns="91440" tIns="45720" rIns="91440" bIns="45720" rtlCol="0" anchor="ctr"/>
          <a:lstStyle>
            <a:lvl1pPr algn="r">
              <a:defRPr sz="1050" b="1" spc="300" baseline="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stStyle>
          <a:p>
            <a:endParaRPr lang="en-US" dirty="0"/>
          </a:p>
        </p:txBody>
      </p:sp>
      <p:sp>
        <p:nvSpPr>
          <p:cNvPr id="6" name="Slide Number Placeholder 5">
            <a:extLst>
              <a:ext uri="{FF2B5EF4-FFF2-40B4-BE49-F238E27FC236}">
                <a16:creationId xmlns:a16="http://schemas.microsoft.com/office/drawing/2014/main" id="{E964E14B-0EE8-4015-809C-DD36B5459B82}"/>
              </a:ext>
            </a:extLst>
          </p:cNvPr>
          <p:cNvSpPr>
            <a:spLocks noGrp="1"/>
          </p:cNvSpPr>
          <p:nvPr>
            <p:ph type="sldNum" sz="quarter" idx="4"/>
          </p:nvPr>
        </p:nvSpPr>
        <p:spPr>
          <a:xfrm>
            <a:off x="11444747" y="6332538"/>
            <a:ext cx="539808" cy="365125"/>
          </a:xfrm>
          <a:prstGeom prst="rect">
            <a:avLst/>
          </a:prstGeom>
        </p:spPr>
        <p:txBody>
          <a:bodyPr vert="horz" lIns="91440" tIns="45720" rIns="91440" bIns="45720" rtlCol="0" anchor="ctr"/>
          <a:lstStyle>
            <a:lvl1pPr algn="r">
              <a:defRPr sz="1050" b="1" spc="300" baseline="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stStyle>
          <a:p>
            <a:fld id="{4BA915EE-10CB-4CF1-8569-6154455DA573}" type="slidenum">
              <a:rPr lang="en-US" smtClean="0"/>
              <a:pPr/>
              <a:t>‹#›</a:t>
            </a:fld>
            <a:endParaRPr lang="en-US"/>
          </a:p>
        </p:txBody>
      </p:sp>
    </p:spTree>
    <p:extLst>
      <p:ext uri="{BB962C8B-B14F-4D97-AF65-F5344CB8AC3E}">
        <p14:creationId xmlns:p14="http://schemas.microsoft.com/office/powerpoint/2010/main" val="777586820"/>
      </p:ext>
    </p:extLst>
  </p:cSld>
  <p:clrMap bg1="lt1" tx1="dk1" bg2="lt2" tx2="dk2" accent1="accent1" accent2="accent2" accent3="accent3" accent4="accent4" accent5="accent5" accent6="accent6" hlink="hlink" folHlink="folHlink"/>
  <p:sldLayoutIdLst>
    <p:sldLayoutId id="2147483688" r:id="rId1"/>
    <p:sldLayoutId id="2147483690" r:id="rId2"/>
    <p:sldLayoutId id="2147483700" r:id="rId3"/>
    <p:sldLayoutId id="2147483694" r:id="rId4"/>
  </p:sldLayoutIdLst>
  <p:txStyles>
    <p:titleStyle>
      <a:lvl1pPr algn="l" defTabSz="914400" rtl="0" eaLnBrk="1" latinLnBrk="0" hangingPunct="1">
        <a:lnSpc>
          <a:spcPct val="120000"/>
        </a:lnSpc>
        <a:spcBef>
          <a:spcPct val="0"/>
        </a:spcBef>
        <a:buNone/>
        <a:defRPr lang="en-US" sz="3200" kern="1200" cap="none" spc="-100" baseline="0" dirty="0">
          <a:solidFill>
            <a:schemeClr val="tx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20000"/>
        </a:lnSpc>
        <a:spcBef>
          <a:spcPts val="1000"/>
        </a:spcBef>
        <a:buClr>
          <a:schemeClr val="tx1"/>
        </a:buClr>
        <a:buSzPct val="75000"/>
        <a:buFontTx/>
        <a:buBlip>
          <a:blip r:embed="rId6"/>
        </a:buBlip>
        <a:defRPr sz="2000" kern="120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20000"/>
        </a:lnSpc>
        <a:spcBef>
          <a:spcPts val="500"/>
        </a:spcBef>
        <a:buClr>
          <a:schemeClr val="tx1"/>
        </a:buClr>
        <a:buSzPct val="75000"/>
        <a:buFontTx/>
        <a:buBlip>
          <a:blip r:embed="rId6"/>
        </a:buBlip>
        <a:defRPr sz="1800" kern="120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20000"/>
        </a:lnSpc>
        <a:spcBef>
          <a:spcPts val="500"/>
        </a:spcBef>
        <a:buClr>
          <a:schemeClr val="tx1"/>
        </a:buClr>
        <a:buSzPct val="75000"/>
        <a:buFontTx/>
        <a:buBlip>
          <a:blip r:embed="rId6"/>
        </a:buBlip>
        <a:defRPr sz="1600" kern="120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20000"/>
        </a:lnSpc>
        <a:spcBef>
          <a:spcPts val="500"/>
        </a:spcBef>
        <a:buClr>
          <a:schemeClr val="tx1"/>
        </a:buClr>
        <a:buSzPct val="75000"/>
        <a:buFontTx/>
        <a:buBlip>
          <a:blip r:embed="rId6"/>
        </a:buBlip>
        <a:defRPr sz="1400" kern="120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20000"/>
        </a:lnSpc>
        <a:spcBef>
          <a:spcPts val="500"/>
        </a:spcBef>
        <a:buClr>
          <a:schemeClr val="tx1"/>
        </a:buClr>
        <a:buSzPct val="75000"/>
        <a:buFontTx/>
        <a:buBlip>
          <a:blip r:embed="rId6"/>
        </a:buBlip>
        <a:defRPr sz="1400" kern="120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Cloud Digital Leader — Practice Questions</a:t>
            </a:r>
          </a:p>
        </p:txBody>
      </p:sp>
      <p:sp>
        <p:nvSpPr>
          <p:cNvPr id="3" name="Subtitle 2"/>
          <p:cNvSpPr>
            <a:spLocks noGrp="1"/>
          </p:cNvSpPr>
          <p:nvPr>
            <p:ph type="subTitle" idx="1"/>
          </p:nvPr>
        </p:nvSpPr>
        <p:spPr/>
        <p:txBody>
          <a:bodyPr>
            <a:normAutofit/>
          </a:bodyPr>
          <a:lstStyle/>
          <a:p>
            <a:r>
              <a:rPr lang="en-US"/>
              <a:t>105</a:t>
            </a:r>
            <a:r>
              <a:t> </a:t>
            </a:r>
            <a:r>
              <a:rPr dirty="0"/>
              <a:t>questions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1. A financial services organization has bank branches in a number of countries, and has built an application that needs to run in different configurations based on the local regulations of each country. How can cloud infrastructure help achieve this goal?</a:t>
            </a:r>
          </a:p>
        </p:txBody>
      </p:sp>
      <p:sp>
        <p:nvSpPr>
          <p:cNvPr id="3" name="Content Placeholder 2"/>
          <p:cNvSpPr>
            <a:spLocks noGrp="1"/>
          </p:cNvSpPr>
          <p:nvPr>
            <p:ph idx="1"/>
          </p:nvPr>
        </p:nvSpPr>
        <p:spPr/>
        <p:txBody>
          <a:bodyPr/>
          <a:lstStyle/>
          <a:p>
            <a:r>
              <a:rPr sz="1800" dirty="0"/>
              <a:t>Reliability of the infrastructure availability.</a:t>
            </a:r>
          </a:p>
          <a:p>
            <a:r>
              <a:rPr sz="1800" dirty="0"/>
              <a:t>Total cost of ownership of the infrastructure.</a:t>
            </a:r>
          </a:p>
          <a:p>
            <a:r>
              <a:rPr sz="1800" dirty="0"/>
              <a:t>Scalability of infrastructure to needs.</a:t>
            </a:r>
          </a:p>
          <a:p>
            <a:r>
              <a:rPr lang="es-ES_tradnl" sz="1800" dirty="0" err="1"/>
              <a:t>Flexibility</a:t>
            </a:r>
            <a:r>
              <a:rPr lang="es-ES_tradnl" sz="1800" dirty="0"/>
              <a:t> </a:t>
            </a:r>
            <a:r>
              <a:rPr lang="es-ES_tradnl" sz="1800" dirty="0" err="1"/>
              <a:t>of</a:t>
            </a:r>
            <a:r>
              <a:rPr lang="es-ES_tradnl" sz="1800" dirty="0"/>
              <a:t> </a:t>
            </a:r>
            <a:r>
              <a:rPr lang="es-ES_tradnl" sz="1800" dirty="0" err="1"/>
              <a:t>infrastructure</a:t>
            </a:r>
            <a:r>
              <a:rPr lang="es-ES_tradnl" sz="1800" dirty="0"/>
              <a:t> </a:t>
            </a:r>
            <a:r>
              <a:rPr lang="es-ES_tradnl" sz="1800" dirty="0" err="1"/>
              <a:t>configuration</a:t>
            </a:r>
            <a:r>
              <a:rPr lang="es-ES_tradnl" sz="1800"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1. A financial services organization has bank branches in a number of countries, and has built an application that needs to run in different configurations based on the local regulations of each country. How can cloud infrastructure help achieve this goal?</a:t>
            </a:r>
          </a:p>
        </p:txBody>
      </p:sp>
      <p:sp>
        <p:nvSpPr>
          <p:cNvPr id="3" name="Content Placeholder 2"/>
          <p:cNvSpPr>
            <a:spLocks noGrp="1"/>
          </p:cNvSpPr>
          <p:nvPr>
            <p:ph idx="1"/>
          </p:nvPr>
        </p:nvSpPr>
        <p:spPr/>
        <p:txBody>
          <a:bodyPr/>
          <a:lstStyle/>
          <a:p>
            <a:r>
              <a:rPr sz="1800"/>
              <a:t>Reliability of the infrastructure availability.</a:t>
            </a:r>
          </a:p>
          <a:p>
            <a:r>
              <a:rPr sz="1800"/>
              <a:t>Total cost of ownership of the infrastructure.</a:t>
            </a:r>
          </a:p>
          <a:p>
            <a:r>
              <a:rPr sz="1800"/>
              <a:t>Scalability of infrastructure to needs.</a:t>
            </a:r>
          </a:p>
          <a:p>
            <a:r>
              <a:rPr sz="1800" b="1"/>
              <a:t>Flexibility of infrastructure configuration.</a:t>
            </a:r>
          </a:p>
        </p:txBody>
      </p:sp>
    </p:spTree>
    <p:extLst>
      <p:ext uri="{BB962C8B-B14F-4D97-AF65-F5344CB8AC3E}">
        <p14:creationId xmlns:p14="http://schemas.microsoft.com/office/powerpoint/2010/main" val="181944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2. An organization has shifted from a </a:t>
            </a:r>
            <a:r>
              <a:rPr dirty="0" err="1"/>
              <a:t>CapEx</a:t>
            </a:r>
            <a:r>
              <a:rPr dirty="0"/>
              <a:t> to </a:t>
            </a:r>
            <a:r>
              <a:rPr dirty="0" err="1"/>
              <a:t>OpEx</a:t>
            </a:r>
            <a:r>
              <a:rPr dirty="0"/>
              <a:t> based spending model. Which of these statements is true?</a:t>
            </a:r>
          </a:p>
        </p:txBody>
      </p:sp>
      <p:sp>
        <p:nvSpPr>
          <p:cNvPr id="3" name="Content Placeholder 2"/>
          <p:cNvSpPr>
            <a:spLocks noGrp="1"/>
          </p:cNvSpPr>
          <p:nvPr>
            <p:ph idx="1"/>
          </p:nvPr>
        </p:nvSpPr>
        <p:spPr>
          <a:noFill/>
        </p:spPr>
        <p:txBody>
          <a:bodyPr vert="horz" lIns="91440" tIns="45720" rIns="91440" bIns="45720" rtlCol="0">
            <a:normAutofit/>
          </a:bodyPr>
          <a:lstStyle/>
          <a:p>
            <a:r>
              <a:rPr sz="1800"/>
              <a:t>Budgeting will only happen on an annual basis.</a:t>
            </a:r>
          </a:p>
          <a:p>
            <a:r>
              <a:rPr sz="1800"/>
              <a:t>They will only pay for what they forecast.</a:t>
            </a:r>
          </a:p>
          <a:p>
            <a:r>
              <a:rPr sz="1800"/>
              <a:t>Hardware procurement is done by a centralized team.</a:t>
            </a:r>
          </a:p>
          <a:p>
            <a:r>
              <a:rPr sz="1800"/>
              <a:t>They will only pay for what they use.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2. An organization has shifted from a </a:t>
            </a:r>
            <a:r>
              <a:rPr dirty="0" err="1"/>
              <a:t>CapEx</a:t>
            </a:r>
            <a:r>
              <a:rPr dirty="0"/>
              <a:t> to </a:t>
            </a:r>
            <a:r>
              <a:rPr dirty="0" err="1"/>
              <a:t>OpEx</a:t>
            </a:r>
            <a:r>
              <a:rPr dirty="0"/>
              <a:t> based spending model. Which of these statements is true?</a:t>
            </a:r>
          </a:p>
        </p:txBody>
      </p:sp>
      <p:sp>
        <p:nvSpPr>
          <p:cNvPr id="3" name="Content Placeholder 2"/>
          <p:cNvSpPr>
            <a:spLocks noGrp="1"/>
          </p:cNvSpPr>
          <p:nvPr>
            <p:ph idx="1"/>
          </p:nvPr>
        </p:nvSpPr>
        <p:spPr/>
        <p:txBody>
          <a:bodyPr/>
          <a:lstStyle/>
          <a:p>
            <a:r>
              <a:rPr sz="1800"/>
              <a:t>Budgeting will only happen on an annual basis.</a:t>
            </a:r>
          </a:p>
          <a:p>
            <a:r>
              <a:rPr sz="1800"/>
              <a:t>They will only pay for what they forecast.</a:t>
            </a:r>
          </a:p>
          <a:p>
            <a:r>
              <a:rPr sz="1800"/>
              <a:t>Hardware procurement is done by a centralized team.</a:t>
            </a:r>
          </a:p>
          <a:p>
            <a:r>
              <a:rPr sz="1800" b="1"/>
              <a:t>They will only pay for what they use.</a:t>
            </a:r>
          </a:p>
        </p:txBody>
      </p:sp>
    </p:spTree>
    <p:extLst>
      <p:ext uri="{BB962C8B-B14F-4D97-AF65-F5344CB8AC3E}">
        <p14:creationId xmlns:p14="http://schemas.microsoft.com/office/powerpoint/2010/main" val="3686474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3. An organization wants to ensure they have redundancy of their resources so their application remains available in the event of a disaster. How can they ensure this happens?</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Using the edge network to cache the whole application image in a backup.</a:t>
            </a:r>
          </a:p>
          <a:p>
            <a:r>
              <a:rPr sz="1800" dirty="0"/>
              <a:t>By assigning a different IP address to each resource.</a:t>
            </a:r>
          </a:p>
          <a:p>
            <a:r>
              <a:rPr sz="1800" dirty="0"/>
              <a:t>By putting resources in the Domain Name System (DNS).</a:t>
            </a:r>
          </a:p>
          <a:p>
            <a:r>
              <a:rPr sz="1800" dirty="0"/>
              <a:t>By putting resources in different zones.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3. An organization wants to ensure they have redundancy of their resources so their application remains available in the event of a disaster. How can they ensure this happens?</a:t>
            </a:r>
          </a:p>
        </p:txBody>
      </p:sp>
      <p:sp>
        <p:nvSpPr>
          <p:cNvPr id="3" name="Content Placeholder 2"/>
          <p:cNvSpPr>
            <a:spLocks noGrp="1"/>
          </p:cNvSpPr>
          <p:nvPr>
            <p:ph idx="1"/>
          </p:nvPr>
        </p:nvSpPr>
        <p:spPr/>
        <p:txBody>
          <a:bodyPr/>
          <a:lstStyle/>
          <a:p>
            <a:r>
              <a:rPr sz="1800" dirty="0"/>
              <a:t>Using the edge network to cache the whole application image in a backup.</a:t>
            </a:r>
          </a:p>
          <a:p>
            <a:r>
              <a:rPr sz="1800" dirty="0"/>
              <a:t>By assigning a different IP address to each resource.</a:t>
            </a:r>
          </a:p>
          <a:p>
            <a:r>
              <a:rPr sz="1800" dirty="0"/>
              <a:t>By putting resources in the Domain Name System (DNS).</a:t>
            </a:r>
          </a:p>
          <a:p>
            <a:r>
              <a:rPr sz="1800" b="1" dirty="0"/>
              <a:t>By putting resources in different zones.</a:t>
            </a:r>
          </a:p>
        </p:txBody>
      </p:sp>
    </p:spTree>
    <p:extLst>
      <p:ext uri="{BB962C8B-B14F-4D97-AF65-F5344CB8AC3E}">
        <p14:creationId xmlns:p14="http://schemas.microsoft.com/office/powerpoint/2010/main" val="1726821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4. In the cloud computing shared responsibility model, what types of content are customers always responsible for, regardless of the computing model chosen?</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The customer is responsible for securing anything that they create within the cloud, such as the configurations, access policies, and user data.</a:t>
            </a:r>
          </a:p>
          <a:p>
            <a:r>
              <a:rPr sz="1800" dirty="0"/>
              <a:t>The customer is responsible for security of the operating system, software stack required to run their applications and any hardware, networks, and physical security.</a:t>
            </a:r>
          </a:p>
          <a:p>
            <a:r>
              <a:rPr sz="1800" dirty="0"/>
              <a:t>The customer is not responsible for any of the data in the cloud, as data management is the responsibility of the cloud provider who is hosting the data.</a:t>
            </a:r>
          </a:p>
          <a:p>
            <a:r>
              <a:rPr sz="1800" dirty="0"/>
              <a:t>The customer is responsible for all infrastructure decisions, server configurations and database monitoring.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4. In the cloud computing shared responsibility model, what types of content are customers always responsible for, regardless of the computing model chosen?</a:t>
            </a:r>
          </a:p>
        </p:txBody>
      </p:sp>
      <p:sp>
        <p:nvSpPr>
          <p:cNvPr id="3" name="Content Placeholder 2"/>
          <p:cNvSpPr>
            <a:spLocks noGrp="1"/>
          </p:cNvSpPr>
          <p:nvPr>
            <p:ph idx="1"/>
          </p:nvPr>
        </p:nvSpPr>
        <p:spPr/>
        <p:txBody>
          <a:bodyPr/>
          <a:lstStyle/>
          <a:p>
            <a:r>
              <a:rPr sz="1800" b="1"/>
              <a:t>The customer is responsible for securing anything that they create within the cloud, such as the configurations, access policies, and user data.</a:t>
            </a:r>
          </a:p>
          <a:p>
            <a:r>
              <a:rPr sz="1800"/>
              <a:t>The customer is responsible for security of the operating system, software stack required to run their applications and any hardware, networks, and physical security.</a:t>
            </a:r>
          </a:p>
          <a:p>
            <a:r>
              <a:rPr sz="1800"/>
              <a:t>The customer is not responsible for any of the data in the cloud, as data management is the responsibility of the cloud provider who is hosting the data.</a:t>
            </a:r>
          </a:p>
          <a:p>
            <a:r>
              <a:rPr sz="1800"/>
              <a:t>The customer is responsible for all infrastructure decisions, server configurations and database monitoring.</a:t>
            </a:r>
          </a:p>
        </p:txBody>
      </p:sp>
    </p:spTree>
    <p:extLst>
      <p:ext uri="{BB962C8B-B14F-4D97-AF65-F5344CB8AC3E}">
        <p14:creationId xmlns:p14="http://schemas.microsoft.com/office/powerpoint/2010/main" val="3203064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5. Which option best describes a benefit of Infrastructure as a Service (IaaS)?</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It's cost-effective, as all infrastructure costs are handled under a single monthly or annual subscription fee.</a:t>
            </a:r>
          </a:p>
          <a:p>
            <a:r>
              <a:rPr sz="1800" dirty="0"/>
              <a:t>It’s efficient, as IaaS resources are available when needed and resources aren’t wasted by overbuilding capacity.</a:t>
            </a:r>
          </a:p>
          <a:p>
            <a:r>
              <a:rPr sz="1800" dirty="0"/>
              <a:t>It reduces development time, as developers can go straight to coding instead of spending time setting up and maintaining a development environment.</a:t>
            </a:r>
          </a:p>
          <a:p>
            <a:r>
              <a:rPr sz="1800" dirty="0"/>
              <a:t>It has low management overhead, as all administration and management tasks for data, servers, storage, and updates are handled by the cloud vendor.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5. Which option best describes a benefit of Infrastructure as a Service (IaaS)?</a:t>
            </a:r>
          </a:p>
        </p:txBody>
      </p:sp>
      <p:sp>
        <p:nvSpPr>
          <p:cNvPr id="3" name="Content Placeholder 2"/>
          <p:cNvSpPr>
            <a:spLocks noGrp="1"/>
          </p:cNvSpPr>
          <p:nvPr>
            <p:ph idx="1"/>
          </p:nvPr>
        </p:nvSpPr>
        <p:spPr/>
        <p:txBody>
          <a:bodyPr/>
          <a:lstStyle/>
          <a:p>
            <a:r>
              <a:rPr sz="1800"/>
              <a:t>It's cost-effective, as all infrastructure costs are handled under a single monthly or annual subscription fee.</a:t>
            </a:r>
          </a:p>
          <a:p>
            <a:r>
              <a:rPr sz="1800" b="1"/>
              <a:t>It’s efficient, as IaaS resources are available when needed and resources aren’t wasted by overbuilding capacity.</a:t>
            </a:r>
          </a:p>
          <a:p>
            <a:r>
              <a:rPr sz="1800"/>
              <a:t>It reduces development time, as developers can go straight to coding instead of spending time setting up and maintaining a development environment.</a:t>
            </a:r>
          </a:p>
          <a:p>
            <a:r>
              <a:rPr sz="1800"/>
              <a:t>It has low management overhead, as all administration and management tasks for data, servers, storage, and updates are handled by the cloud vendor.</a:t>
            </a:r>
          </a:p>
        </p:txBody>
      </p:sp>
    </p:spTree>
    <p:extLst>
      <p:ext uri="{BB962C8B-B14F-4D97-AF65-F5344CB8AC3E}">
        <p14:creationId xmlns:p14="http://schemas.microsoft.com/office/powerpoint/2010/main" val="3677692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6. Which cloud computing service model offers a develop-and-deploy environment to build cloud applications?</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Infrastructure as a Service (IaaS)</a:t>
            </a:r>
          </a:p>
          <a:p>
            <a:r>
              <a:rPr sz="1800" dirty="0"/>
              <a:t>Software as a Service (SaaS)</a:t>
            </a:r>
          </a:p>
          <a:p>
            <a:r>
              <a:rPr sz="1800" dirty="0"/>
              <a:t>Function as a Service (</a:t>
            </a:r>
            <a:r>
              <a:rPr sz="1800" dirty="0" err="1"/>
              <a:t>FaaS</a:t>
            </a:r>
            <a:r>
              <a:rPr sz="1800" dirty="0"/>
              <a:t>)</a:t>
            </a:r>
          </a:p>
          <a:p>
            <a:r>
              <a:rPr sz="1800" dirty="0"/>
              <a:t>Platform as a Service (PaaS)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6. Which cloud computing service model offers a develop-and-deploy environment to build cloud applications?</a:t>
            </a:r>
          </a:p>
        </p:txBody>
      </p:sp>
      <p:sp>
        <p:nvSpPr>
          <p:cNvPr id="3" name="Content Placeholder 2"/>
          <p:cNvSpPr>
            <a:spLocks noGrp="1"/>
          </p:cNvSpPr>
          <p:nvPr>
            <p:ph idx="1"/>
          </p:nvPr>
        </p:nvSpPr>
        <p:spPr/>
        <p:txBody>
          <a:bodyPr/>
          <a:lstStyle/>
          <a:p>
            <a:r>
              <a:rPr sz="1800"/>
              <a:t>Infrastructure as a Service (IaaS)</a:t>
            </a:r>
          </a:p>
          <a:p>
            <a:r>
              <a:rPr sz="1800"/>
              <a:t>Software as a Service (SaaS)</a:t>
            </a:r>
          </a:p>
          <a:p>
            <a:r>
              <a:rPr sz="1800"/>
              <a:t>Function as a Service (FaaS)</a:t>
            </a:r>
          </a:p>
          <a:p>
            <a:r>
              <a:rPr sz="1800" b="1"/>
              <a:t>Platform as a Service (PaaS)</a:t>
            </a:r>
          </a:p>
        </p:txBody>
      </p:sp>
    </p:spTree>
    <p:extLst>
      <p:ext uri="{BB962C8B-B14F-4D97-AF65-F5344CB8AC3E}">
        <p14:creationId xmlns:p14="http://schemas.microsoft.com/office/powerpoint/2010/main" val="1859029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7. An organization wants to move to cloud-based collaboration software, but due to limited IT staff one of their main drivers is having low maintenance needs. Which cloud computing model would best suit their requirements?</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Software as a Service (SaaS)</a:t>
            </a:r>
          </a:p>
          <a:p>
            <a:r>
              <a:rPr sz="1800" dirty="0"/>
              <a:t>IT as a service (</a:t>
            </a:r>
            <a:r>
              <a:rPr sz="1800" dirty="0" err="1"/>
              <a:t>ITaaS</a:t>
            </a:r>
            <a:r>
              <a:rPr sz="1800" dirty="0"/>
              <a:t>)</a:t>
            </a:r>
          </a:p>
          <a:p>
            <a:r>
              <a:rPr sz="1800" dirty="0"/>
              <a:t>Infrastructure as a Service (IaaS)</a:t>
            </a:r>
          </a:p>
          <a:p>
            <a:r>
              <a:rPr sz="1800" dirty="0"/>
              <a:t>Platform as a Service (PaaS)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7. An organization wants to move to cloud-based collaboration software, but due to limited IT staff one of their main drivers is having low maintenance needs. Which cloud computing model would best suit their requirements?</a:t>
            </a:r>
          </a:p>
        </p:txBody>
      </p:sp>
      <p:sp>
        <p:nvSpPr>
          <p:cNvPr id="3" name="Content Placeholder 2"/>
          <p:cNvSpPr>
            <a:spLocks noGrp="1"/>
          </p:cNvSpPr>
          <p:nvPr>
            <p:ph idx="1"/>
          </p:nvPr>
        </p:nvSpPr>
        <p:spPr/>
        <p:txBody>
          <a:bodyPr/>
          <a:lstStyle/>
          <a:p>
            <a:r>
              <a:rPr sz="1800" b="1" dirty="0"/>
              <a:t>Software as a Service (SaaS)</a:t>
            </a:r>
          </a:p>
          <a:p>
            <a:r>
              <a:rPr sz="1800" dirty="0"/>
              <a:t>IT as a service (</a:t>
            </a:r>
            <a:r>
              <a:rPr sz="1800" dirty="0" err="1"/>
              <a:t>ITaaS</a:t>
            </a:r>
            <a:r>
              <a:rPr sz="1800" dirty="0"/>
              <a:t>)</a:t>
            </a:r>
          </a:p>
          <a:p>
            <a:r>
              <a:rPr sz="1800" dirty="0"/>
              <a:t>Infrastructure as a Service (IaaS)</a:t>
            </a:r>
          </a:p>
          <a:p>
            <a:r>
              <a:rPr sz="1800" dirty="0"/>
              <a:t>Platform as a Service (PaaS</a:t>
            </a:r>
            <a:r>
              <a:rPr lang="en-US" sz="1800" dirty="0"/>
              <a:t>)</a:t>
            </a:r>
            <a:endParaRPr sz="1800" dirty="0"/>
          </a:p>
        </p:txBody>
      </p:sp>
    </p:spTree>
    <p:extLst>
      <p:ext uri="{BB962C8B-B14F-4D97-AF65-F5344CB8AC3E}">
        <p14:creationId xmlns:p14="http://schemas.microsoft.com/office/powerpoint/2010/main" val="1046711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8. Google applies generative AI to products like Google Workspace, but what is generative AI?</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A type of artificial intelligence that can create and sustain its own consciousness.</a:t>
            </a:r>
          </a:p>
          <a:p>
            <a:r>
              <a:rPr sz="1800" dirty="0"/>
              <a:t>A type of artificial intelligence that can make decisions and take actions.</a:t>
            </a:r>
          </a:p>
          <a:p>
            <a:r>
              <a:rPr sz="1800" dirty="0"/>
              <a:t>A type of artificial intelligence that can understand and respond to human emotions.</a:t>
            </a:r>
          </a:p>
          <a:p>
            <a:r>
              <a:rPr sz="1800" dirty="0"/>
              <a:t>A type of artificial intelligence that can produce new content, including text, images, audio, and synthetic data.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8. Google applies generative AI to products like Google Workspace, but what is generative AI?</a:t>
            </a:r>
          </a:p>
        </p:txBody>
      </p:sp>
      <p:sp>
        <p:nvSpPr>
          <p:cNvPr id="3" name="Content Placeholder 2"/>
          <p:cNvSpPr>
            <a:spLocks noGrp="1"/>
          </p:cNvSpPr>
          <p:nvPr>
            <p:ph idx="1"/>
          </p:nvPr>
        </p:nvSpPr>
        <p:spPr/>
        <p:txBody>
          <a:bodyPr/>
          <a:lstStyle/>
          <a:p>
            <a:r>
              <a:rPr sz="1800"/>
              <a:t>A type of artificial intelligence that can create and sustain its own consciousness.</a:t>
            </a:r>
          </a:p>
          <a:p>
            <a:r>
              <a:rPr sz="1800"/>
              <a:t>A type of artificial intelligence that can make decisions and take actions.</a:t>
            </a:r>
          </a:p>
          <a:p>
            <a:r>
              <a:rPr sz="1800"/>
              <a:t>A type of artificial intelligence that can understand and respond to human emotions.</a:t>
            </a:r>
          </a:p>
          <a:p>
            <a:r>
              <a:rPr sz="1800" b="1"/>
              <a:t>A type of artificial intelligence that can produce new content, including text, images, audio, and synthetic data.</a:t>
            </a:r>
          </a:p>
        </p:txBody>
      </p:sp>
    </p:spTree>
    <p:extLst>
      <p:ext uri="{BB962C8B-B14F-4D97-AF65-F5344CB8AC3E}">
        <p14:creationId xmlns:p14="http://schemas.microsoft.com/office/powerpoint/2010/main" val="39468150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9. Which use case demonstrates ML’s ability to process natural language?</a:t>
            </a:r>
          </a:p>
        </p:txBody>
      </p:sp>
      <p:sp>
        <p:nvSpPr>
          <p:cNvPr id="3" name="Content Placeholder 2"/>
          <p:cNvSpPr>
            <a:spLocks noGrp="1"/>
          </p:cNvSpPr>
          <p:nvPr>
            <p:ph idx="1"/>
          </p:nvPr>
        </p:nvSpPr>
        <p:spPr>
          <a:noFill/>
        </p:spPr>
        <p:txBody>
          <a:bodyPr vert="horz" lIns="91440" tIns="45720" rIns="91440" bIns="45720" rtlCol="0">
            <a:normAutofit/>
          </a:bodyPr>
          <a:lstStyle/>
          <a:p>
            <a:r>
              <a:rPr sz="1800"/>
              <a:t>Segmenting images into different parts or regions to extract information, such as the text on a sign.</a:t>
            </a:r>
          </a:p>
          <a:p>
            <a:r>
              <a:rPr sz="1800"/>
              <a:t>Identifying the artist, title, or genre of a song to create playlists based on the user's listening habits.</a:t>
            </a:r>
          </a:p>
          <a:p>
            <a:r>
              <a:rPr sz="1800"/>
              <a:t>Detecting people and objects in surveillance footage to use as evidence in criminal cases.</a:t>
            </a:r>
          </a:p>
          <a:p>
            <a:r>
              <a:rPr sz="1800"/>
              <a:t>Identifying the topic and sentiment of customer email messages so that they can be routed to the relevant department.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9. Which use case demonstrates ML’s ability to process natural language?</a:t>
            </a:r>
          </a:p>
        </p:txBody>
      </p:sp>
      <p:sp>
        <p:nvSpPr>
          <p:cNvPr id="3" name="Content Placeholder 2"/>
          <p:cNvSpPr>
            <a:spLocks noGrp="1"/>
          </p:cNvSpPr>
          <p:nvPr>
            <p:ph idx="1"/>
          </p:nvPr>
        </p:nvSpPr>
        <p:spPr/>
        <p:txBody>
          <a:bodyPr/>
          <a:lstStyle/>
          <a:p>
            <a:r>
              <a:rPr sz="1800"/>
              <a:t>Segmenting images into different parts or regions to extract information, such as the text on a sign.</a:t>
            </a:r>
          </a:p>
          <a:p>
            <a:r>
              <a:rPr sz="1800"/>
              <a:t>Identifying the artist, title, or genre of a song to create playlists based on the user's listening habits.</a:t>
            </a:r>
          </a:p>
          <a:p>
            <a:r>
              <a:rPr sz="1800"/>
              <a:t>Detecting people and objects in surveillance footage to use as evidence in criminal cases.</a:t>
            </a:r>
          </a:p>
          <a:p>
            <a:r>
              <a:rPr sz="1800" b="1"/>
              <a:t>Identifying the topic and sentiment of customer email messages so that they can be routed to the relevant department.</a:t>
            </a:r>
          </a:p>
        </p:txBody>
      </p:sp>
    </p:spTree>
    <p:extLst>
      <p:ext uri="{BB962C8B-B14F-4D97-AF65-F5344CB8AC3E}">
        <p14:creationId xmlns:p14="http://schemas.microsoft.com/office/powerpoint/2010/main" val="22524288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10. What does the consistency dimension refer to when data quality is being measured?</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Whether all the required information is present.</a:t>
            </a:r>
          </a:p>
          <a:p>
            <a:r>
              <a:rPr sz="1800" dirty="0"/>
              <a:t>Whether the data is uniform and doesn’t contain any contradictory information.</a:t>
            </a:r>
          </a:p>
          <a:p>
            <a:r>
              <a:rPr sz="1800" dirty="0"/>
              <a:t>Whether the data is up-to-date and reflects the current state of the phenomenon that is being modeled.</a:t>
            </a:r>
          </a:p>
          <a:p>
            <a:r>
              <a:rPr sz="1800" dirty="0"/>
              <a:t>Whether a dataset is free from duplicate values that could prevent an ML model from learning accurately.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10. What does the consistency dimension refer to when data quality is being measured?</a:t>
            </a:r>
          </a:p>
        </p:txBody>
      </p:sp>
      <p:sp>
        <p:nvSpPr>
          <p:cNvPr id="3" name="Content Placeholder 2"/>
          <p:cNvSpPr>
            <a:spLocks noGrp="1"/>
          </p:cNvSpPr>
          <p:nvPr>
            <p:ph idx="1"/>
          </p:nvPr>
        </p:nvSpPr>
        <p:spPr/>
        <p:txBody>
          <a:bodyPr/>
          <a:lstStyle/>
          <a:p>
            <a:r>
              <a:rPr sz="1800"/>
              <a:t>Whether all the required information is present.</a:t>
            </a:r>
          </a:p>
          <a:p>
            <a:r>
              <a:rPr sz="1800" b="1"/>
              <a:t>Whether the data is uniform and doesn’t contain any contradictory information.</a:t>
            </a:r>
          </a:p>
          <a:p>
            <a:r>
              <a:rPr sz="1800"/>
              <a:t>Whether the data is up-to-date and reflects the current state of the phenomenon that is being modeled.</a:t>
            </a:r>
          </a:p>
          <a:p>
            <a:r>
              <a:rPr sz="1800"/>
              <a:t>Whether a dataset is free from duplicate values that could prevent an ML model from learning accurately.</a:t>
            </a:r>
          </a:p>
        </p:txBody>
      </p:sp>
    </p:spTree>
    <p:extLst>
      <p:ext uri="{BB962C8B-B14F-4D97-AF65-F5344CB8AC3E}">
        <p14:creationId xmlns:p14="http://schemas.microsoft.com/office/powerpoint/2010/main" val="32863911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11. You’re watching a video on YouTube and are shown a list of videos that YouTube thinks you are interested in. What ML solution powers this feature?</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Content moderation</a:t>
            </a:r>
          </a:p>
          <a:p>
            <a:r>
              <a:rPr sz="1800" dirty="0"/>
              <a:t>Clickbait detection</a:t>
            </a:r>
          </a:p>
          <a:p>
            <a:r>
              <a:rPr sz="1800" dirty="0"/>
              <a:t>Video transcription</a:t>
            </a:r>
          </a:p>
          <a:p>
            <a:r>
              <a:rPr sz="1800" dirty="0"/>
              <a:t>Personalized recommendations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11. You’re watching a video on YouTube and are shown a list of videos that YouTube thinks you are interested in. What ML solution powers this feature?</a:t>
            </a:r>
          </a:p>
        </p:txBody>
      </p:sp>
      <p:sp>
        <p:nvSpPr>
          <p:cNvPr id="3" name="Content Placeholder 2"/>
          <p:cNvSpPr>
            <a:spLocks noGrp="1"/>
          </p:cNvSpPr>
          <p:nvPr>
            <p:ph idx="1"/>
          </p:nvPr>
        </p:nvSpPr>
        <p:spPr/>
        <p:txBody>
          <a:bodyPr/>
          <a:lstStyle/>
          <a:p>
            <a:r>
              <a:rPr sz="1800"/>
              <a:t>Content moderation</a:t>
            </a:r>
          </a:p>
          <a:p>
            <a:r>
              <a:rPr sz="1800"/>
              <a:t>Clickbait detection</a:t>
            </a:r>
          </a:p>
          <a:p>
            <a:r>
              <a:rPr sz="1800"/>
              <a:t>Video transcription</a:t>
            </a:r>
          </a:p>
          <a:p>
            <a:r>
              <a:rPr sz="1800" b="1"/>
              <a:t>Personalized recommendations</a:t>
            </a:r>
          </a:p>
        </p:txBody>
      </p:sp>
    </p:spTree>
    <p:extLst>
      <p:ext uri="{BB962C8B-B14F-4D97-AF65-F5344CB8AC3E}">
        <p14:creationId xmlns:p14="http://schemas.microsoft.com/office/powerpoint/2010/main" val="3442007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12. Google's AI principles are a set of guiding values that help develop and use artificial intelligence responsibly. Which of these is one of Google’s AI principles?</a:t>
            </a:r>
          </a:p>
        </p:txBody>
      </p:sp>
      <p:sp>
        <p:nvSpPr>
          <p:cNvPr id="3" name="Content Placeholder 2"/>
          <p:cNvSpPr>
            <a:spLocks noGrp="1"/>
          </p:cNvSpPr>
          <p:nvPr>
            <p:ph idx="1"/>
          </p:nvPr>
        </p:nvSpPr>
        <p:spPr>
          <a:noFill/>
        </p:spPr>
        <p:txBody>
          <a:bodyPr vert="horz" lIns="91440" tIns="45720" rIns="91440" bIns="45720" rtlCol="0">
            <a:normAutofit/>
          </a:bodyPr>
          <a:lstStyle/>
          <a:p>
            <a:r>
              <a:rPr sz="1800"/>
              <a:t>AI should create unfair bias.</a:t>
            </a:r>
          </a:p>
          <a:p>
            <a:r>
              <a:rPr sz="1800"/>
              <a:t>Google makes tools that empower others to harness AI for individual and collective benefit.</a:t>
            </a:r>
          </a:p>
          <a:p>
            <a:r>
              <a:rPr sz="1800"/>
              <a:t>AI should gather or use information for surveillance.</a:t>
            </a:r>
          </a:p>
          <a:p>
            <a:r>
              <a:rPr sz="1800"/>
              <a:t>Google makes tools that uphold high standards of operational excellence.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12. Google's AI principles are a set of guiding values that help develop and use artificial intelligence responsibly. Which of these is one of Google’s AI principles?</a:t>
            </a:r>
          </a:p>
        </p:txBody>
      </p:sp>
      <p:sp>
        <p:nvSpPr>
          <p:cNvPr id="3" name="Content Placeholder 2"/>
          <p:cNvSpPr>
            <a:spLocks noGrp="1"/>
          </p:cNvSpPr>
          <p:nvPr>
            <p:ph idx="1"/>
          </p:nvPr>
        </p:nvSpPr>
        <p:spPr/>
        <p:txBody>
          <a:bodyPr/>
          <a:lstStyle/>
          <a:p>
            <a:r>
              <a:rPr sz="1800"/>
              <a:t>AI should create unfair bias.</a:t>
            </a:r>
          </a:p>
          <a:p>
            <a:r>
              <a:rPr sz="1800" b="1"/>
              <a:t>Google makes tools that empower others to harness AI for individual and collective benefit.</a:t>
            </a:r>
          </a:p>
          <a:p>
            <a:r>
              <a:rPr sz="1800"/>
              <a:t>AI should gather or use information for surveillance.</a:t>
            </a:r>
          </a:p>
          <a:p>
            <a:r>
              <a:rPr sz="1800"/>
              <a:t>Google makes tools that uphold high standards of operational excellence.</a:t>
            </a:r>
          </a:p>
        </p:txBody>
      </p:sp>
    </p:spTree>
    <p:extLst>
      <p:ext uri="{BB962C8B-B14F-4D97-AF65-F5344CB8AC3E}">
        <p14:creationId xmlns:p14="http://schemas.microsoft.com/office/powerpoint/2010/main" val="20582142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13. Which option refers to the use of technologies to build machines and computers that can mimic cognitive functions associated with human intelligence?</a:t>
            </a:r>
          </a:p>
        </p:txBody>
      </p:sp>
      <p:sp>
        <p:nvSpPr>
          <p:cNvPr id="3" name="Content Placeholder 2"/>
          <p:cNvSpPr>
            <a:spLocks noGrp="1"/>
          </p:cNvSpPr>
          <p:nvPr>
            <p:ph idx="1"/>
          </p:nvPr>
        </p:nvSpPr>
        <p:spPr>
          <a:noFill/>
        </p:spPr>
        <p:txBody>
          <a:bodyPr vert="horz" lIns="91440" tIns="45720" rIns="91440" bIns="45720" rtlCol="0">
            <a:normAutofit/>
          </a:bodyPr>
          <a:lstStyle/>
          <a:p>
            <a:r>
              <a:rPr sz="1800"/>
              <a:t>Machine learning</a:t>
            </a:r>
          </a:p>
          <a:p>
            <a:r>
              <a:rPr sz="1800"/>
              <a:t>Artificial intelligence</a:t>
            </a:r>
          </a:p>
          <a:p>
            <a:r>
              <a:rPr sz="1800"/>
              <a:t>Deep learning</a:t>
            </a:r>
          </a:p>
          <a:p>
            <a:r>
              <a:rPr sz="1800"/>
              <a:t>Natural language processing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13. Which option refers to the use of technologies to build machines and computers that can mimic cognitive functions associated with human intelligence?</a:t>
            </a:r>
          </a:p>
        </p:txBody>
      </p:sp>
      <p:sp>
        <p:nvSpPr>
          <p:cNvPr id="3" name="Content Placeholder 2"/>
          <p:cNvSpPr>
            <a:spLocks noGrp="1"/>
          </p:cNvSpPr>
          <p:nvPr>
            <p:ph idx="1"/>
          </p:nvPr>
        </p:nvSpPr>
        <p:spPr/>
        <p:txBody>
          <a:bodyPr/>
          <a:lstStyle/>
          <a:p>
            <a:r>
              <a:rPr sz="1800"/>
              <a:t>Machine learning</a:t>
            </a:r>
          </a:p>
          <a:p>
            <a:r>
              <a:rPr sz="1800" b="1"/>
              <a:t>Artificial intelligence</a:t>
            </a:r>
          </a:p>
          <a:p>
            <a:r>
              <a:rPr sz="1800"/>
              <a:t>Deep learning</a:t>
            </a:r>
          </a:p>
          <a:p>
            <a:r>
              <a:rPr sz="1800"/>
              <a:t>Natural language processing</a:t>
            </a:r>
          </a:p>
        </p:txBody>
      </p:sp>
    </p:spTree>
    <p:extLst>
      <p:ext uri="{BB962C8B-B14F-4D97-AF65-F5344CB8AC3E}">
        <p14:creationId xmlns:p14="http://schemas.microsoft.com/office/powerpoint/2010/main" val="11498563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14. Artificial intelligence is best suited for replacing or simplifying rule-based systems. Which is an example of this in action?</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Implementing AI to develop a new product or service that has never been seen before.</a:t>
            </a:r>
          </a:p>
          <a:p>
            <a:r>
              <a:rPr sz="1800" dirty="0"/>
              <a:t>Training a machine learning model to predict a search result ranking.</a:t>
            </a:r>
          </a:p>
          <a:p>
            <a:r>
              <a:rPr sz="1800" dirty="0"/>
              <a:t>Using AI to replace a human decision-maker in complex situations, such as those involving life-or-death choices.</a:t>
            </a:r>
          </a:p>
          <a:p>
            <a:r>
              <a:rPr sz="1800" dirty="0"/>
              <a:t>Using a reinforcement learning algorithm to train autonomous drones for package delivery.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14. Artificial intelligence is best suited for replacing or simplifying rule-based systems. Which is an example of this in action?</a:t>
            </a:r>
          </a:p>
        </p:txBody>
      </p:sp>
      <p:sp>
        <p:nvSpPr>
          <p:cNvPr id="3" name="Content Placeholder 2"/>
          <p:cNvSpPr>
            <a:spLocks noGrp="1"/>
          </p:cNvSpPr>
          <p:nvPr>
            <p:ph idx="1"/>
          </p:nvPr>
        </p:nvSpPr>
        <p:spPr/>
        <p:txBody>
          <a:bodyPr/>
          <a:lstStyle/>
          <a:p>
            <a:r>
              <a:rPr sz="1800"/>
              <a:t>Implementing AI to develop a new product or service that has never been seen before.</a:t>
            </a:r>
          </a:p>
          <a:p>
            <a:r>
              <a:rPr sz="1800" b="1"/>
              <a:t>Training a machine learning model to predict a search result ranking.</a:t>
            </a:r>
          </a:p>
          <a:p>
            <a:r>
              <a:rPr sz="1800"/>
              <a:t>Using AI to replace a human decision-maker in complex situations, such as those involving life-or-death choices.</a:t>
            </a:r>
          </a:p>
          <a:p>
            <a:r>
              <a:rPr sz="1800"/>
              <a:t>Using a reinforcement learning algorithm to train autonomous drones for package delivery.</a:t>
            </a:r>
          </a:p>
        </p:txBody>
      </p:sp>
    </p:spTree>
    <p:extLst>
      <p:ext uri="{BB962C8B-B14F-4D97-AF65-F5344CB8AC3E}">
        <p14:creationId xmlns:p14="http://schemas.microsoft.com/office/powerpoint/2010/main" val="42069364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15. How do data analytics and business intelligence differ from AI and ML?</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Data analytics and business intelligence are used only in small businesses, whereas AI and ML are used exclusively by large corporations.</a:t>
            </a:r>
          </a:p>
          <a:p>
            <a:r>
              <a:rPr sz="1800" dirty="0"/>
              <a:t>Data analytics and business intelligence identify trends from historical data, whereas AI and ML use data to make decisions for future business.</a:t>
            </a:r>
          </a:p>
          <a:p>
            <a:r>
              <a:rPr sz="1800" dirty="0"/>
              <a:t>Data analytics and business intelligence use automated decision-making processes, whereas AI and ML require human intervention and interpretation of data.</a:t>
            </a:r>
          </a:p>
          <a:p>
            <a:r>
              <a:rPr sz="1800" dirty="0"/>
              <a:t>Data analytics and business intelligence involve advanced algorithms for predicting future trends, whereas AI and ML focus on processing historical data.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15. How do data analytics and business intelligence differ from AI and ML?</a:t>
            </a:r>
          </a:p>
        </p:txBody>
      </p:sp>
      <p:sp>
        <p:nvSpPr>
          <p:cNvPr id="3" name="Content Placeholder 2"/>
          <p:cNvSpPr>
            <a:spLocks noGrp="1"/>
          </p:cNvSpPr>
          <p:nvPr>
            <p:ph idx="1"/>
          </p:nvPr>
        </p:nvSpPr>
        <p:spPr/>
        <p:txBody>
          <a:bodyPr>
            <a:normAutofit/>
          </a:bodyPr>
          <a:lstStyle/>
          <a:p>
            <a:r>
              <a:rPr sz="1800" dirty="0"/>
              <a:t>Data analytics and business intelligence are used only in small businesses, whereas AI and ML are used exclusively by large corporations.</a:t>
            </a:r>
          </a:p>
          <a:p>
            <a:r>
              <a:rPr sz="1800" b="1" dirty="0"/>
              <a:t>Data analytics and business intelligence identify trends from historical data, whereas AI and ML use data to make decisions for future business.</a:t>
            </a:r>
          </a:p>
          <a:p>
            <a:r>
              <a:rPr sz="1800" dirty="0"/>
              <a:t>Data analytics and business intelligence use automated decision-making processes, whereas AI and ML require human intervention and interpretation of data.</a:t>
            </a:r>
          </a:p>
          <a:p>
            <a:r>
              <a:rPr sz="1800" dirty="0"/>
              <a:t>Data analytics and business intelligence involve advanced algorithms for predicting future trends, whereas AI and ML focus on processing historical data.</a:t>
            </a:r>
          </a:p>
        </p:txBody>
      </p:sp>
    </p:spTree>
    <p:extLst>
      <p:ext uri="{BB962C8B-B14F-4D97-AF65-F5344CB8AC3E}">
        <p14:creationId xmlns:p14="http://schemas.microsoft.com/office/powerpoint/2010/main" val="33646272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16. An online retailer wants to help users find specific products faster on their website. One idea is to allow shoppers to upload an image of the product they’re looking to purchase. Which of Google’s pre-trained APIs could the retailer use to expand this functionality?</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Vision API</a:t>
            </a:r>
          </a:p>
          <a:p>
            <a:r>
              <a:rPr sz="1800" dirty="0"/>
              <a:t>Natural Language API</a:t>
            </a:r>
          </a:p>
          <a:p>
            <a:r>
              <a:rPr sz="1800" dirty="0"/>
              <a:t>Video Intelligence API</a:t>
            </a:r>
          </a:p>
          <a:p>
            <a:r>
              <a:rPr sz="1800" dirty="0"/>
              <a:t>Speech-to-Text API</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16. An online retailer wants to help users find specific products faster on their website. One idea is to allow shoppers to upload an image of the product they’re looking to purchase. Which of Google’s pre-trained APIs could the retailer use to expand this functionality?</a:t>
            </a:r>
          </a:p>
        </p:txBody>
      </p:sp>
      <p:sp>
        <p:nvSpPr>
          <p:cNvPr id="3" name="Content Placeholder 2"/>
          <p:cNvSpPr>
            <a:spLocks noGrp="1"/>
          </p:cNvSpPr>
          <p:nvPr>
            <p:ph idx="1"/>
          </p:nvPr>
        </p:nvSpPr>
        <p:spPr/>
        <p:txBody>
          <a:bodyPr/>
          <a:lstStyle/>
          <a:p>
            <a:r>
              <a:rPr sz="1800" b="1"/>
              <a:t>Vision API</a:t>
            </a:r>
          </a:p>
          <a:p>
            <a:r>
              <a:rPr sz="1800"/>
              <a:t>Natural Language API</a:t>
            </a:r>
          </a:p>
          <a:p>
            <a:r>
              <a:rPr sz="1800"/>
              <a:t>Video Intelligence API</a:t>
            </a:r>
          </a:p>
          <a:p>
            <a:r>
              <a:rPr sz="1800"/>
              <a:t>Speech-to-Text API</a:t>
            </a:r>
          </a:p>
        </p:txBody>
      </p:sp>
    </p:spTree>
    <p:extLst>
      <p:ext uri="{BB962C8B-B14F-4D97-AF65-F5344CB8AC3E}">
        <p14:creationId xmlns:p14="http://schemas.microsoft.com/office/powerpoint/2010/main" val="30796080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17. Which Google Cloud AI solution is designed to help businesses automate document processing?</a:t>
            </a:r>
          </a:p>
        </p:txBody>
      </p:sp>
      <p:sp>
        <p:nvSpPr>
          <p:cNvPr id="3" name="Content Placeholder 2"/>
          <p:cNvSpPr>
            <a:spLocks noGrp="1"/>
          </p:cNvSpPr>
          <p:nvPr>
            <p:ph idx="1"/>
          </p:nvPr>
        </p:nvSpPr>
        <p:spPr>
          <a:noFill/>
        </p:spPr>
        <p:txBody>
          <a:bodyPr vert="horz" lIns="91440" tIns="45720" rIns="91440" bIns="45720" rtlCol="0">
            <a:normAutofit/>
          </a:bodyPr>
          <a:lstStyle/>
          <a:p>
            <a:r>
              <a:rPr sz="1800"/>
              <a:t>Discovery AI for Retail</a:t>
            </a:r>
          </a:p>
          <a:p>
            <a:r>
              <a:rPr sz="1800"/>
              <a:t>Document AI</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17. Which Google Cloud AI solution is designed to help businesses automate document processing?</a:t>
            </a:r>
          </a:p>
        </p:txBody>
      </p:sp>
      <p:sp>
        <p:nvSpPr>
          <p:cNvPr id="3" name="Content Placeholder 2"/>
          <p:cNvSpPr>
            <a:spLocks noGrp="1"/>
          </p:cNvSpPr>
          <p:nvPr>
            <p:ph idx="1"/>
          </p:nvPr>
        </p:nvSpPr>
        <p:spPr/>
        <p:txBody>
          <a:bodyPr/>
          <a:lstStyle/>
          <a:p>
            <a:r>
              <a:rPr sz="1800"/>
              <a:t>Discovery AI for Retail</a:t>
            </a:r>
          </a:p>
          <a:p>
            <a:r>
              <a:rPr sz="1800" b="1"/>
              <a:t>Document AI</a:t>
            </a:r>
          </a:p>
        </p:txBody>
      </p:sp>
    </p:spTree>
    <p:extLst>
      <p:ext uri="{BB962C8B-B14F-4D97-AF65-F5344CB8AC3E}">
        <p14:creationId xmlns:p14="http://schemas.microsoft.com/office/powerpoint/2010/main" val="42028645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18. Which Google Cloud AI solution is designed to help businesses improve their customer service?</a:t>
            </a:r>
          </a:p>
        </p:txBody>
      </p:sp>
      <p:sp>
        <p:nvSpPr>
          <p:cNvPr id="3" name="Content Placeholder 2"/>
          <p:cNvSpPr>
            <a:spLocks noGrp="1"/>
          </p:cNvSpPr>
          <p:nvPr>
            <p:ph idx="1"/>
          </p:nvPr>
        </p:nvSpPr>
        <p:spPr>
          <a:noFill/>
        </p:spPr>
        <p:txBody>
          <a:bodyPr vert="horz" lIns="91440" tIns="45720" rIns="91440" bIns="45720" rtlCol="0">
            <a:normAutofit/>
          </a:bodyPr>
          <a:lstStyle/>
          <a:p>
            <a:r>
              <a:rPr sz="1800"/>
              <a:t>Contact Center AI</a:t>
            </a:r>
          </a:p>
          <a:p>
            <a:r>
              <a:rPr sz="1800"/>
              <a:t>Document AI</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18. Which Google Cloud AI solution is designed to help businesses improve their customer service?</a:t>
            </a:r>
          </a:p>
        </p:txBody>
      </p:sp>
      <p:sp>
        <p:nvSpPr>
          <p:cNvPr id="3" name="Content Placeholder 2"/>
          <p:cNvSpPr>
            <a:spLocks noGrp="1"/>
          </p:cNvSpPr>
          <p:nvPr>
            <p:ph idx="1"/>
          </p:nvPr>
        </p:nvSpPr>
        <p:spPr/>
        <p:txBody>
          <a:bodyPr/>
          <a:lstStyle/>
          <a:p>
            <a:r>
              <a:rPr sz="1800" b="1"/>
              <a:t>Contact Center AI</a:t>
            </a:r>
          </a:p>
          <a:p>
            <a:r>
              <a:rPr sz="1800"/>
              <a:t>Document AI</a:t>
            </a:r>
          </a:p>
        </p:txBody>
      </p:sp>
    </p:spTree>
    <p:extLst>
      <p:ext uri="{BB962C8B-B14F-4D97-AF65-F5344CB8AC3E}">
        <p14:creationId xmlns:p14="http://schemas.microsoft.com/office/powerpoint/2010/main" val="10970056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19. What’s the name of Google’s application-specific integrated circuit (ASIC) that is used to accelerate machine learning workloads?</a:t>
            </a:r>
          </a:p>
        </p:txBody>
      </p:sp>
      <p:sp>
        <p:nvSpPr>
          <p:cNvPr id="3" name="Content Placeholder 2"/>
          <p:cNvSpPr>
            <a:spLocks noGrp="1"/>
          </p:cNvSpPr>
          <p:nvPr>
            <p:ph idx="1"/>
          </p:nvPr>
        </p:nvSpPr>
        <p:spPr>
          <a:noFill/>
        </p:spPr>
        <p:txBody>
          <a:bodyPr vert="horz" lIns="91440" tIns="45720" rIns="91440" bIns="45720" rtlCol="0">
            <a:normAutofit/>
          </a:bodyPr>
          <a:lstStyle/>
          <a:p>
            <a:r>
              <a:rPr sz="1800"/>
              <a:t>Graphic Processing Unit (GPU)</a:t>
            </a:r>
          </a:p>
          <a:p>
            <a:r>
              <a:rPr sz="1800"/>
              <a:t>Tensor Processing Unit (TPU)</a:t>
            </a:r>
          </a:p>
          <a:p>
            <a:r>
              <a:rPr sz="1800"/>
              <a:t>Central Processing Unit (CPU)</a:t>
            </a:r>
          </a:p>
          <a:p>
            <a:r>
              <a:rPr sz="1800"/>
              <a:t>Vertex Processing Unit (VPU)</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19. What’s the name of Google’s application-specific integrated circuit (ASIC) that is used to accelerate machine learning workloads?</a:t>
            </a:r>
          </a:p>
        </p:txBody>
      </p:sp>
      <p:sp>
        <p:nvSpPr>
          <p:cNvPr id="3" name="Content Placeholder 2"/>
          <p:cNvSpPr>
            <a:spLocks noGrp="1"/>
          </p:cNvSpPr>
          <p:nvPr>
            <p:ph idx="1"/>
          </p:nvPr>
        </p:nvSpPr>
        <p:spPr/>
        <p:txBody>
          <a:bodyPr/>
          <a:lstStyle/>
          <a:p>
            <a:r>
              <a:rPr sz="1800"/>
              <a:t>Graphic Processing Unit (GPU)</a:t>
            </a:r>
          </a:p>
          <a:p>
            <a:r>
              <a:rPr sz="1800" b="1"/>
              <a:t>Tensor Processing Unit (TPU)</a:t>
            </a:r>
          </a:p>
          <a:p>
            <a:r>
              <a:rPr sz="1800"/>
              <a:t>Central Processing Unit (CPU)</a:t>
            </a:r>
          </a:p>
          <a:p>
            <a:r>
              <a:rPr sz="1800"/>
              <a:t>Vertex Processing Unit (VPU)</a:t>
            </a:r>
          </a:p>
        </p:txBody>
      </p:sp>
    </p:spTree>
    <p:extLst>
      <p:ext uri="{BB962C8B-B14F-4D97-AF65-F5344CB8AC3E}">
        <p14:creationId xmlns:p14="http://schemas.microsoft.com/office/powerpoint/2010/main" val="36906909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20. A large media company wants to improve how they moderate online content. Currently, they have a team of human moderators that review content for appropriateness, but are looking to leverage artificial intelligence to improve efficiency. Which of Google’s pre-trained APIs could they use to identify and remove inappropriate content from the media company's website and social media platforms. </a:t>
            </a:r>
          </a:p>
        </p:txBody>
      </p:sp>
      <p:sp>
        <p:nvSpPr>
          <p:cNvPr id="3" name="Content Placeholder 2"/>
          <p:cNvSpPr>
            <a:spLocks noGrp="1"/>
          </p:cNvSpPr>
          <p:nvPr>
            <p:ph idx="1"/>
          </p:nvPr>
        </p:nvSpPr>
        <p:spPr>
          <a:noFill/>
        </p:spPr>
        <p:txBody>
          <a:bodyPr vert="horz" lIns="91440" tIns="45720" rIns="91440" bIns="45720" rtlCol="0">
            <a:normAutofit/>
          </a:bodyPr>
          <a:lstStyle/>
          <a:p>
            <a:r>
              <a:rPr lang="es-ES_tradnl" sz="1800" dirty="0"/>
              <a:t>Video </a:t>
            </a:r>
            <a:r>
              <a:rPr lang="es-ES_tradnl" sz="1800" dirty="0" err="1"/>
              <a:t>Intelligence</a:t>
            </a:r>
            <a:r>
              <a:rPr lang="es-ES_tradnl" sz="1800" dirty="0"/>
              <a:t> API</a:t>
            </a:r>
            <a:endParaRPr lang="en-US" sz="1800" dirty="0"/>
          </a:p>
          <a:p>
            <a:r>
              <a:rPr sz="1800" dirty="0"/>
              <a:t>Vision API</a:t>
            </a:r>
          </a:p>
          <a:p>
            <a:r>
              <a:rPr sz="1800" dirty="0"/>
              <a:t>Natural Language API</a:t>
            </a:r>
          </a:p>
          <a:p>
            <a:r>
              <a:rPr sz="1800" dirty="0"/>
              <a:t>Speech-to-Text API</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20. A large media company wants to improve how they moderate online content. Currently, they have a team of human moderators that review content for appropriateness, but are looking to leverage artificial intelligence to improve efficiency. Which of Google’s pre-trained APIs could they use to identify and remove inappropriate content from the media company's website and social media platforms.</a:t>
            </a:r>
          </a:p>
        </p:txBody>
      </p:sp>
      <p:sp>
        <p:nvSpPr>
          <p:cNvPr id="3" name="Content Placeholder 2"/>
          <p:cNvSpPr>
            <a:spLocks noGrp="1"/>
          </p:cNvSpPr>
          <p:nvPr>
            <p:ph idx="1"/>
          </p:nvPr>
        </p:nvSpPr>
        <p:spPr/>
        <p:txBody>
          <a:bodyPr/>
          <a:lstStyle/>
          <a:p>
            <a:r>
              <a:rPr lang="es-ES_tradnl" sz="1800" dirty="0"/>
              <a:t>Video </a:t>
            </a:r>
            <a:r>
              <a:rPr lang="es-ES_tradnl" sz="1800" dirty="0" err="1"/>
              <a:t>Intelligence</a:t>
            </a:r>
            <a:r>
              <a:rPr lang="es-ES_tradnl" sz="1800" dirty="0"/>
              <a:t> API</a:t>
            </a:r>
          </a:p>
          <a:p>
            <a:r>
              <a:rPr sz="1800" dirty="0"/>
              <a:t>Vision API</a:t>
            </a:r>
          </a:p>
          <a:p>
            <a:r>
              <a:rPr sz="1800" b="1" dirty="0"/>
              <a:t>Natural Language API</a:t>
            </a:r>
          </a:p>
          <a:p>
            <a:r>
              <a:rPr sz="1800" dirty="0"/>
              <a:t>Speech-to-Text API</a:t>
            </a:r>
          </a:p>
        </p:txBody>
      </p:sp>
    </p:spTree>
    <p:extLst>
      <p:ext uri="{BB962C8B-B14F-4D97-AF65-F5344CB8AC3E}">
        <p14:creationId xmlns:p14="http://schemas.microsoft.com/office/powerpoint/2010/main" val="3991193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21. BigQuery ML is a machine learning service that lets users: Build and evaluate machine learning models in BigQuery by using Python and Java.</a:t>
            </a:r>
          </a:p>
        </p:txBody>
      </p:sp>
      <p:sp>
        <p:nvSpPr>
          <p:cNvPr id="3" name="Content Placeholder 2"/>
          <p:cNvSpPr>
            <a:spLocks noGrp="1"/>
          </p:cNvSpPr>
          <p:nvPr>
            <p:ph idx="1"/>
          </p:nvPr>
        </p:nvSpPr>
        <p:spPr>
          <a:noFill/>
        </p:spPr>
        <p:txBody>
          <a:bodyPr vert="horz" lIns="91440" tIns="45720" rIns="91440" bIns="45720" rtlCol="0">
            <a:normAutofit/>
          </a:bodyPr>
          <a:lstStyle/>
          <a:p>
            <a:r>
              <a:rPr sz="1800"/>
              <a:t>Build and evaluate machine learning models in BigQuery by using SQL.</a:t>
            </a:r>
          </a:p>
          <a:p>
            <a:r>
              <a:rPr sz="1800"/>
              <a:t>Export small amounts of data to spreadsheets or other applications.</a:t>
            </a:r>
          </a:p>
          <a:p>
            <a:r>
              <a:rPr sz="1800"/>
              <a:t>Seamlessly connect with a data science team to create an ML model.</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21. BigQuery ML is a machine learning service that lets users: Build and evaluate machine learning models in BigQuery by using Python and Java.</a:t>
            </a:r>
          </a:p>
        </p:txBody>
      </p:sp>
      <p:sp>
        <p:nvSpPr>
          <p:cNvPr id="3" name="Content Placeholder 2"/>
          <p:cNvSpPr>
            <a:spLocks noGrp="1"/>
          </p:cNvSpPr>
          <p:nvPr>
            <p:ph idx="1"/>
          </p:nvPr>
        </p:nvSpPr>
        <p:spPr/>
        <p:txBody>
          <a:bodyPr/>
          <a:lstStyle/>
          <a:p>
            <a:r>
              <a:rPr sz="1800" b="1"/>
              <a:t>Build and evaluate machine learning models in BigQuery by using SQL.</a:t>
            </a:r>
          </a:p>
          <a:p>
            <a:r>
              <a:rPr sz="1800"/>
              <a:t>Export small amounts of data to spreadsheets or other applications.</a:t>
            </a:r>
          </a:p>
          <a:p>
            <a:r>
              <a:rPr sz="1800"/>
              <a:t>Seamlessly connect with a data science team to create an ML model.</a:t>
            </a:r>
          </a:p>
        </p:txBody>
      </p:sp>
    </p:spTree>
    <p:extLst>
      <p:ext uri="{BB962C8B-B14F-4D97-AF65-F5344CB8AC3E}">
        <p14:creationId xmlns:p14="http://schemas.microsoft.com/office/powerpoint/2010/main" val="19303281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22. Google Cloud offers four options for building machine learning models. Which is best when a business wants to code their own machine learning environment, the training, and the deployment?</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err="1"/>
              <a:t>BigQuery</a:t>
            </a:r>
            <a:r>
              <a:rPr sz="1800" dirty="0"/>
              <a:t> ML</a:t>
            </a:r>
          </a:p>
          <a:p>
            <a:r>
              <a:rPr sz="1800" dirty="0" err="1"/>
              <a:t>AutoML</a:t>
            </a:r>
            <a:endParaRPr sz="1800" dirty="0"/>
          </a:p>
          <a:p>
            <a:r>
              <a:rPr sz="1800" dirty="0"/>
              <a:t>Custom training</a:t>
            </a:r>
          </a:p>
          <a:p>
            <a:r>
              <a:rPr sz="1800" dirty="0"/>
              <a:t>Pre-trained APIs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22. Google Cloud offers four options for building machine learning models. Which is best when a business wants to code their own machine learning environment, the training, and the deployment?</a:t>
            </a:r>
          </a:p>
        </p:txBody>
      </p:sp>
      <p:sp>
        <p:nvSpPr>
          <p:cNvPr id="3" name="Content Placeholder 2"/>
          <p:cNvSpPr>
            <a:spLocks noGrp="1"/>
          </p:cNvSpPr>
          <p:nvPr>
            <p:ph idx="1"/>
          </p:nvPr>
        </p:nvSpPr>
        <p:spPr/>
        <p:txBody>
          <a:bodyPr/>
          <a:lstStyle/>
          <a:p>
            <a:r>
              <a:rPr sz="1800"/>
              <a:t>BigQuery ML</a:t>
            </a:r>
          </a:p>
          <a:p>
            <a:r>
              <a:rPr sz="1800"/>
              <a:t>AutoML</a:t>
            </a:r>
          </a:p>
          <a:p>
            <a:r>
              <a:rPr sz="1800" b="1"/>
              <a:t>Custom training</a:t>
            </a:r>
          </a:p>
          <a:p>
            <a:r>
              <a:rPr sz="1800"/>
              <a:t>Pre-trained APIs</a:t>
            </a:r>
          </a:p>
        </p:txBody>
      </p:sp>
    </p:spTree>
    <p:extLst>
      <p:ext uri="{BB962C8B-B14F-4D97-AF65-F5344CB8AC3E}">
        <p14:creationId xmlns:p14="http://schemas.microsoft.com/office/powerpoint/2010/main" val="30960138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23. Which feature of Vertex AI lets users build and train end-to-end machine learning models by using a GUI (graphical user interface), without writing a line of code. </a:t>
            </a:r>
          </a:p>
        </p:txBody>
      </p:sp>
      <p:sp>
        <p:nvSpPr>
          <p:cNvPr id="3" name="Content Placeholder 2"/>
          <p:cNvSpPr>
            <a:spLocks noGrp="1"/>
          </p:cNvSpPr>
          <p:nvPr>
            <p:ph idx="1"/>
          </p:nvPr>
        </p:nvSpPr>
        <p:spPr>
          <a:noFill/>
        </p:spPr>
        <p:txBody>
          <a:bodyPr vert="horz" lIns="91440" tIns="45720" rIns="91440" bIns="45720" rtlCol="0">
            <a:normAutofit/>
          </a:bodyPr>
          <a:lstStyle/>
          <a:p>
            <a:r>
              <a:rPr lang="es-ES_tradnl" sz="1800" dirty="0" err="1"/>
              <a:t>Custom</a:t>
            </a:r>
            <a:r>
              <a:rPr lang="es-ES_tradnl" sz="1800" dirty="0"/>
              <a:t> training</a:t>
            </a:r>
          </a:p>
          <a:p>
            <a:r>
              <a:rPr sz="1800" dirty="0"/>
              <a:t>Managed ML environment</a:t>
            </a:r>
          </a:p>
          <a:p>
            <a:r>
              <a:rPr sz="1800" dirty="0" err="1"/>
              <a:t>AutoML</a:t>
            </a:r>
            <a:endParaRPr sz="1800" dirty="0"/>
          </a:p>
          <a:p>
            <a:r>
              <a:rPr sz="1800" dirty="0" err="1"/>
              <a:t>MLOps</a:t>
            </a:r>
            <a:endParaRPr lang="es-ES_tradnl"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23. Which feature of Vertex AI lets users build and train end-to-end machine learning models by using a GUI (graphical user interface), without writing a line of </a:t>
            </a:r>
            <a:r>
              <a:t>code.</a:t>
            </a:r>
            <a:endParaRPr dirty="0"/>
          </a:p>
        </p:txBody>
      </p:sp>
      <p:sp>
        <p:nvSpPr>
          <p:cNvPr id="3" name="Content Placeholder 2"/>
          <p:cNvSpPr>
            <a:spLocks noGrp="1"/>
          </p:cNvSpPr>
          <p:nvPr>
            <p:ph idx="1"/>
          </p:nvPr>
        </p:nvSpPr>
        <p:spPr/>
        <p:txBody>
          <a:bodyPr/>
          <a:lstStyle/>
          <a:p>
            <a:r>
              <a:rPr lang="en-US" sz="1800" dirty="0" err="1"/>
              <a:t>Custome</a:t>
            </a:r>
            <a:r>
              <a:rPr lang="en-US" sz="1800" dirty="0"/>
              <a:t> training</a:t>
            </a:r>
          </a:p>
          <a:p>
            <a:r>
              <a:rPr sz="1800" dirty="0"/>
              <a:t>Managed ML environment</a:t>
            </a:r>
          </a:p>
          <a:p>
            <a:r>
              <a:rPr sz="1800" b="1" dirty="0" err="1"/>
              <a:t>AutoML</a:t>
            </a:r>
            <a:endParaRPr sz="1800" b="1" dirty="0"/>
          </a:p>
          <a:p>
            <a:r>
              <a:rPr sz="1800" dirty="0" err="1"/>
              <a:t>MLOps</a:t>
            </a:r>
            <a:endParaRPr sz="1800" dirty="0"/>
          </a:p>
        </p:txBody>
      </p:sp>
    </p:spTree>
    <p:extLst>
      <p:ext uri="{BB962C8B-B14F-4D97-AF65-F5344CB8AC3E}">
        <p14:creationId xmlns:p14="http://schemas.microsoft.com/office/powerpoint/2010/main" val="35513834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24. A manufacturing company is considering shifting their on-premises infrastructure to the cloud, but are concerned that access to their data and applications won’t be available when they need them. They want to ensure that if one data center goes down, another will be available to prevent any disruption of service. What does this refer to?</a:t>
            </a:r>
          </a:p>
        </p:txBody>
      </p:sp>
      <p:sp>
        <p:nvSpPr>
          <p:cNvPr id="3" name="Content Placeholder 2"/>
          <p:cNvSpPr>
            <a:spLocks noGrp="1"/>
          </p:cNvSpPr>
          <p:nvPr>
            <p:ph idx="1"/>
          </p:nvPr>
        </p:nvSpPr>
        <p:spPr>
          <a:noFill/>
        </p:spPr>
        <p:txBody>
          <a:bodyPr vert="horz" lIns="91440" tIns="45720" rIns="91440" bIns="45720" rtlCol="0">
            <a:normAutofit/>
          </a:bodyPr>
          <a:lstStyle/>
          <a:p>
            <a:r>
              <a:rPr sz="1800"/>
              <a:t>Reliability</a:t>
            </a:r>
          </a:p>
          <a:p>
            <a:r>
              <a:rPr sz="1800"/>
              <a:t>Total cost of ownership</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24. A manufacturing company is considering shifting their on-premises infrastructure to the cloud, but are concerned that access to their data and applications won’t be available when they need them. They want to ensure that if one data center goes down, another will be available to prevent any disruption of service. What does this refer to?</a:t>
            </a:r>
          </a:p>
        </p:txBody>
      </p:sp>
      <p:sp>
        <p:nvSpPr>
          <p:cNvPr id="3" name="Content Placeholder 2"/>
          <p:cNvSpPr>
            <a:spLocks noGrp="1"/>
          </p:cNvSpPr>
          <p:nvPr>
            <p:ph idx="1"/>
          </p:nvPr>
        </p:nvSpPr>
        <p:spPr/>
        <p:txBody>
          <a:bodyPr/>
          <a:lstStyle/>
          <a:p>
            <a:r>
              <a:rPr sz="1800" b="1"/>
              <a:t>Reliability</a:t>
            </a:r>
          </a:p>
          <a:p>
            <a:r>
              <a:rPr sz="1800"/>
              <a:t>Total cost of ownership</a:t>
            </a:r>
          </a:p>
        </p:txBody>
      </p:sp>
    </p:spTree>
    <p:extLst>
      <p:ext uri="{BB962C8B-B14F-4D97-AF65-F5344CB8AC3E}">
        <p14:creationId xmlns:p14="http://schemas.microsoft.com/office/powerpoint/2010/main" val="25441921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25. What computing option automatically provisions resources, like compute power, in the background as needed?</a:t>
            </a:r>
          </a:p>
        </p:txBody>
      </p:sp>
      <p:sp>
        <p:nvSpPr>
          <p:cNvPr id="3" name="Content Placeholder 2"/>
          <p:cNvSpPr>
            <a:spLocks noGrp="1"/>
          </p:cNvSpPr>
          <p:nvPr>
            <p:ph idx="1"/>
          </p:nvPr>
        </p:nvSpPr>
        <p:spPr>
          <a:noFill/>
        </p:spPr>
        <p:txBody>
          <a:bodyPr vert="horz" lIns="91440" tIns="45720" rIns="91440" bIns="45720" rtlCol="0">
            <a:normAutofit/>
          </a:bodyPr>
          <a:lstStyle/>
          <a:p>
            <a:r>
              <a:rPr sz="1800"/>
              <a:t>Traditional on-premises computing</a:t>
            </a:r>
          </a:p>
          <a:p>
            <a:r>
              <a:rPr sz="1800"/>
              <a:t>Serverless computing</a:t>
            </a:r>
          </a:p>
          <a:p>
            <a:r>
              <a:rPr sz="1800"/>
              <a:t>PaaS (platform as a service)</a:t>
            </a:r>
          </a:p>
          <a:p>
            <a:r>
              <a:rPr sz="1800"/>
              <a:t>IaaS (infrastructure as a service)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25. What computing option automatically provisions resources, like compute power, in the background as needed?</a:t>
            </a:r>
          </a:p>
        </p:txBody>
      </p:sp>
      <p:sp>
        <p:nvSpPr>
          <p:cNvPr id="3" name="Content Placeholder 2"/>
          <p:cNvSpPr>
            <a:spLocks noGrp="1"/>
          </p:cNvSpPr>
          <p:nvPr>
            <p:ph idx="1"/>
          </p:nvPr>
        </p:nvSpPr>
        <p:spPr/>
        <p:txBody>
          <a:bodyPr/>
          <a:lstStyle/>
          <a:p>
            <a:r>
              <a:rPr sz="1800"/>
              <a:t>Traditional on-premises computing</a:t>
            </a:r>
          </a:p>
          <a:p>
            <a:r>
              <a:rPr sz="1800" b="1"/>
              <a:t>Serverless computing</a:t>
            </a:r>
          </a:p>
          <a:p>
            <a:r>
              <a:rPr sz="1800"/>
              <a:t>PaaS (platform as a service)</a:t>
            </a:r>
          </a:p>
          <a:p>
            <a:r>
              <a:rPr sz="1800"/>
              <a:t>IaaS (infrastructure as a service)</a:t>
            </a:r>
          </a:p>
        </p:txBody>
      </p:sp>
    </p:spTree>
    <p:extLst>
      <p:ext uri="{BB962C8B-B14F-4D97-AF65-F5344CB8AC3E}">
        <p14:creationId xmlns:p14="http://schemas.microsoft.com/office/powerpoint/2010/main" val="38269096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26. What portion of a machine does a container virtualize?</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Software layers above the firmware level</a:t>
            </a:r>
          </a:p>
          <a:p>
            <a:r>
              <a:rPr sz="1800" dirty="0"/>
              <a:t>Software layers above the operating system level</a:t>
            </a:r>
          </a:p>
          <a:p>
            <a:r>
              <a:rPr sz="1800" dirty="0"/>
              <a:t>Hardware layers above the electrical level</a:t>
            </a:r>
          </a:p>
          <a:p>
            <a:r>
              <a:rPr sz="1800" dirty="0"/>
              <a:t>The entire machine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26. What portion of a machine does a container virtualize?</a:t>
            </a:r>
          </a:p>
        </p:txBody>
      </p:sp>
      <p:sp>
        <p:nvSpPr>
          <p:cNvPr id="3" name="Content Placeholder 2"/>
          <p:cNvSpPr>
            <a:spLocks noGrp="1"/>
          </p:cNvSpPr>
          <p:nvPr>
            <p:ph idx="1"/>
          </p:nvPr>
        </p:nvSpPr>
        <p:spPr/>
        <p:txBody>
          <a:bodyPr/>
          <a:lstStyle/>
          <a:p>
            <a:r>
              <a:rPr sz="1800"/>
              <a:t>Software layers above the firmware level</a:t>
            </a:r>
          </a:p>
          <a:p>
            <a:r>
              <a:rPr sz="1800" b="1"/>
              <a:t>Software layers above the operating system level</a:t>
            </a:r>
          </a:p>
          <a:p>
            <a:r>
              <a:rPr sz="1800"/>
              <a:t>Hardware layers above the electrical level</a:t>
            </a:r>
          </a:p>
          <a:p>
            <a:r>
              <a:rPr sz="1800"/>
              <a:t>The entire machine</a:t>
            </a:r>
          </a:p>
        </p:txBody>
      </p:sp>
    </p:spTree>
    <p:extLst>
      <p:ext uri="{BB962C8B-B14F-4D97-AF65-F5344CB8AC3E}">
        <p14:creationId xmlns:p14="http://schemas.microsoft.com/office/powerpoint/2010/main" val="25690649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27. What phrase refers to when a workload is rehosted without changing anything in the workload's code or architecture. </a:t>
            </a:r>
          </a:p>
        </p:txBody>
      </p:sp>
      <p:sp>
        <p:nvSpPr>
          <p:cNvPr id="3" name="Content Placeholder 2"/>
          <p:cNvSpPr>
            <a:spLocks noGrp="1"/>
          </p:cNvSpPr>
          <p:nvPr>
            <p:ph idx="1"/>
          </p:nvPr>
        </p:nvSpPr>
        <p:spPr>
          <a:noFill/>
        </p:spPr>
        <p:txBody>
          <a:bodyPr vert="horz" lIns="91440" tIns="45720" rIns="91440" bIns="45720" rtlCol="0">
            <a:normAutofit/>
          </a:bodyPr>
          <a:lstStyle/>
          <a:p>
            <a:r>
              <a:rPr lang="es-ES_tradnl" sz="1800" dirty="0" err="1"/>
              <a:t>Move</a:t>
            </a:r>
            <a:r>
              <a:rPr lang="es-ES_tradnl" sz="1800" dirty="0"/>
              <a:t> and </a:t>
            </a:r>
            <a:r>
              <a:rPr lang="es-ES_tradnl" sz="1800" dirty="0" err="1"/>
              <a:t>improve</a:t>
            </a:r>
            <a:endParaRPr lang="es-ES_tradnl" sz="1800" dirty="0"/>
          </a:p>
          <a:p>
            <a:r>
              <a:rPr sz="1800" dirty="0"/>
              <a:t>Refactor and reshape</a:t>
            </a:r>
          </a:p>
          <a:p>
            <a:r>
              <a:rPr sz="1800" dirty="0"/>
              <a:t>Lift and shift</a:t>
            </a:r>
          </a:p>
          <a:p>
            <a:r>
              <a:rPr sz="1800" dirty="0"/>
              <a:t>Reimagine and plan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27. What phrase refers to when a workload is rehosted without changing anything in the workload's code or architecture. </a:t>
            </a:r>
          </a:p>
        </p:txBody>
      </p:sp>
      <p:sp>
        <p:nvSpPr>
          <p:cNvPr id="3" name="Content Placeholder 2"/>
          <p:cNvSpPr>
            <a:spLocks noGrp="1"/>
          </p:cNvSpPr>
          <p:nvPr>
            <p:ph idx="1"/>
          </p:nvPr>
        </p:nvSpPr>
        <p:spPr/>
        <p:txBody>
          <a:bodyPr/>
          <a:lstStyle/>
          <a:p>
            <a:r>
              <a:rPr lang="es-ES_tradnl" sz="1800" dirty="0" err="1"/>
              <a:t>Move</a:t>
            </a:r>
            <a:r>
              <a:rPr lang="es-ES_tradnl" sz="1800" dirty="0"/>
              <a:t> and </a:t>
            </a:r>
            <a:r>
              <a:rPr lang="es-ES_tradnl" sz="1800" dirty="0" err="1"/>
              <a:t>improve</a:t>
            </a:r>
            <a:endParaRPr lang="es-ES_tradnl" sz="1800" dirty="0"/>
          </a:p>
          <a:p>
            <a:r>
              <a:rPr sz="1800" dirty="0"/>
              <a:t>Refactor and reshape</a:t>
            </a:r>
          </a:p>
          <a:p>
            <a:r>
              <a:rPr sz="1800" b="1" dirty="0"/>
              <a:t>Lift and shift</a:t>
            </a:r>
          </a:p>
          <a:p>
            <a:r>
              <a:rPr sz="1800" dirty="0"/>
              <a:t>Reimagine and plan</a:t>
            </a:r>
          </a:p>
        </p:txBody>
      </p:sp>
    </p:spTree>
    <p:extLst>
      <p:ext uri="{BB962C8B-B14F-4D97-AF65-F5344CB8AC3E}">
        <p14:creationId xmlns:p14="http://schemas.microsoft.com/office/powerpoint/2010/main" val="24472966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28. What term is commonly used to describe a rehost migration strategy for an organization that runs specialized legacy applications that aren’t compatible with cloud-native applications?</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Build and deploy</a:t>
            </a:r>
          </a:p>
          <a:p>
            <a:r>
              <a:rPr sz="1800" dirty="0"/>
              <a:t>Move and improve</a:t>
            </a:r>
          </a:p>
          <a:p>
            <a:r>
              <a:rPr sz="1800" dirty="0"/>
              <a:t>Lift and shift</a:t>
            </a:r>
          </a:p>
          <a:p>
            <a:r>
              <a:rPr sz="1800" dirty="0"/>
              <a:t>Install and fall</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28. What term is commonly used to describe a rehost migration strategy for an organization that runs specialized legacy applications that aren’t compatible with cloud-native applications?</a:t>
            </a:r>
          </a:p>
        </p:txBody>
      </p:sp>
      <p:sp>
        <p:nvSpPr>
          <p:cNvPr id="3" name="Content Placeholder 2"/>
          <p:cNvSpPr>
            <a:spLocks noGrp="1"/>
          </p:cNvSpPr>
          <p:nvPr>
            <p:ph idx="1"/>
          </p:nvPr>
        </p:nvSpPr>
        <p:spPr/>
        <p:txBody>
          <a:bodyPr/>
          <a:lstStyle/>
          <a:p>
            <a:r>
              <a:rPr sz="1800"/>
              <a:t>Build and deploy</a:t>
            </a:r>
          </a:p>
          <a:p>
            <a:r>
              <a:rPr sz="1800"/>
              <a:t>Move and improve</a:t>
            </a:r>
          </a:p>
          <a:p>
            <a:r>
              <a:rPr sz="1800" b="1"/>
              <a:t>Lift and shift</a:t>
            </a:r>
          </a:p>
          <a:p>
            <a:r>
              <a:rPr sz="1800"/>
              <a:t>Install and fall</a:t>
            </a:r>
          </a:p>
        </p:txBody>
      </p:sp>
    </p:spTree>
    <p:extLst>
      <p:ext uri="{BB962C8B-B14F-4D97-AF65-F5344CB8AC3E}">
        <p14:creationId xmlns:p14="http://schemas.microsoft.com/office/powerpoint/2010/main" val="36324851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29. What term describes a set of instructions that lets different software programs communicate with each other?</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Programming communication </a:t>
            </a:r>
            <a:r>
              <a:rPr lang="en-US" sz="1800" dirty="0"/>
              <a:t>	</a:t>
            </a:r>
            <a:endParaRPr sz="1800" dirty="0"/>
          </a:p>
          <a:p>
            <a:r>
              <a:rPr sz="1800" dirty="0"/>
              <a:t>Application programming interface</a:t>
            </a:r>
          </a:p>
          <a:p>
            <a:r>
              <a:rPr sz="1800" dirty="0"/>
              <a:t>Communication link interface</a:t>
            </a:r>
          </a:p>
          <a:p>
            <a:r>
              <a:rPr sz="1800" dirty="0"/>
              <a:t>Network programming interface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29. What term describes a set of instructions that lets different software programs communicate with each other?</a:t>
            </a:r>
          </a:p>
        </p:txBody>
      </p:sp>
      <p:sp>
        <p:nvSpPr>
          <p:cNvPr id="3" name="Content Placeholder 2"/>
          <p:cNvSpPr>
            <a:spLocks noGrp="1"/>
          </p:cNvSpPr>
          <p:nvPr>
            <p:ph idx="1"/>
          </p:nvPr>
        </p:nvSpPr>
        <p:spPr/>
        <p:txBody>
          <a:bodyPr/>
          <a:lstStyle/>
          <a:p>
            <a:r>
              <a:rPr sz="1800"/>
              <a:t>Programming communication link</a:t>
            </a:r>
          </a:p>
          <a:p>
            <a:r>
              <a:rPr sz="1800" b="1"/>
              <a:t>Application programming interface</a:t>
            </a:r>
          </a:p>
          <a:p>
            <a:r>
              <a:rPr sz="1800"/>
              <a:t>Communication link interface</a:t>
            </a:r>
          </a:p>
          <a:p>
            <a:r>
              <a:rPr sz="1800"/>
              <a:t>Network programming interface</a:t>
            </a:r>
          </a:p>
        </p:txBody>
      </p:sp>
    </p:spTree>
    <p:extLst>
      <p:ext uri="{BB962C8B-B14F-4D97-AF65-F5344CB8AC3E}">
        <p14:creationId xmlns:p14="http://schemas.microsoft.com/office/powerpoint/2010/main" val="21380269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30. In modern cloud application development, what name is given to independently deployable, scalable, and maintainable components that can be used to build a wide range of applications?</a:t>
            </a:r>
          </a:p>
        </p:txBody>
      </p:sp>
      <p:sp>
        <p:nvSpPr>
          <p:cNvPr id="3" name="Content Placeholder 2"/>
          <p:cNvSpPr>
            <a:spLocks noGrp="1"/>
          </p:cNvSpPr>
          <p:nvPr>
            <p:ph idx="1"/>
          </p:nvPr>
        </p:nvSpPr>
        <p:spPr>
          <a:noFill/>
        </p:spPr>
        <p:txBody>
          <a:bodyPr vert="horz" lIns="91440" tIns="45720" rIns="91440" bIns="45720" rtlCol="0">
            <a:normAutofit/>
          </a:bodyPr>
          <a:lstStyle/>
          <a:p>
            <a:r>
              <a:rPr sz="1800"/>
              <a:t>Microservices</a:t>
            </a:r>
          </a:p>
          <a:p>
            <a:r>
              <a:rPr sz="1800"/>
              <a:t>DevOps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30. In modern cloud application development, what name is given to independently deployable, scalable, and maintainable components that can be used to build a wide range of applications?</a:t>
            </a:r>
          </a:p>
        </p:txBody>
      </p:sp>
      <p:sp>
        <p:nvSpPr>
          <p:cNvPr id="3" name="Content Placeholder 2"/>
          <p:cNvSpPr>
            <a:spLocks noGrp="1"/>
          </p:cNvSpPr>
          <p:nvPr>
            <p:ph idx="1"/>
          </p:nvPr>
        </p:nvSpPr>
        <p:spPr/>
        <p:txBody>
          <a:bodyPr/>
          <a:lstStyle/>
          <a:p>
            <a:r>
              <a:rPr sz="1800" b="1"/>
              <a:t>Microservices</a:t>
            </a:r>
          </a:p>
          <a:p>
            <a:r>
              <a:rPr sz="1800"/>
              <a:t>DevOps</a:t>
            </a:r>
          </a:p>
        </p:txBody>
      </p:sp>
    </p:spTree>
    <p:extLst>
      <p:ext uri="{BB962C8B-B14F-4D97-AF65-F5344CB8AC3E}">
        <p14:creationId xmlns:p14="http://schemas.microsoft.com/office/powerpoint/2010/main" val="7668192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31. Which is a fully managed cloud infrastructure solution that lets organizations run their Oracle workloads on dedicated servers in the cloud?</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Bare metal solution</a:t>
            </a:r>
          </a:p>
          <a:p>
            <a:r>
              <a:rPr sz="1800" dirty="0"/>
              <a:t>SQL Server on Google Cloud</a:t>
            </a:r>
          </a:p>
          <a:p>
            <a:r>
              <a:rPr sz="1800" dirty="0"/>
              <a:t>Google Cloud VMware Engine</a:t>
            </a:r>
            <a:endParaRPr lang="en-US" sz="1800" dirty="0"/>
          </a:p>
          <a:p>
            <a:r>
              <a:rPr lang="en-GB" sz="1800" dirty="0" err="1"/>
              <a:t>AppEngine</a:t>
            </a:r>
            <a:endParaRPr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31. Which is a fully managed cloud infrastructure solution that lets organizations run their Oracle workloads on dedicated servers in the cloud?</a:t>
            </a:r>
          </a:p>
        </p:txBody>
      </p:sp>
      <p:sp>
        <p:nvSpPr>
          <p:cNvPr id="3" name="Content Placeholder 2"/>
          <p:cNvSpPr>
            <a:spLocks noGrp="1"/>
          </p:cNvSpPr>
          <p:nvPr>
            <p:ph idx="1"/>
          </p:nvPr>
        </p:nvSpPr>
        <p:spPr/>
        <p:txBody>
          <a:bodyPr/>
          <a:lstStyle/>
          <a:p>
            <a:r>
              <a:rPr sz="1800" b="1" dirty="0"/>
              <a:t>Bare metal solution</a:t>
            </a:r>
          </a:p>
          <a:p>
            <a:r>
              <a:rPr sz="1800" dirty="0"/>
              <a:t>SQL Server on Google Cloud</a:t>
            </a:r>
          </a:p>
          <a:p>
            <a:r>
              <a:rPr sz="1800" dirty="0"/>
              <a:t>Google Cloud VMware Engine</a:t>
            </a:r>
            <a:endParaRPr lang="en-US" sz="1800" dirty="0"/>
          </a:p>
          <a:p>
            <a:r>
              <a:rPr lang="en-GB" sz="1800" dirty="0" err="1"/>
              <a:t>AppEngine</a:t>
            </a:r>
            <a:endParaRPr sz="1800" dirty="0"/>
          </a:p>
        </p:txBody>
      </p:sp>
    </p:spTree>
    <p:extLst>
      <p:ext uri="{BB962C8B-B14F-4D97-AF65-F5344CB8AC3E}">
        <p14:creationId xmlns:p14="http://schemas.microsoft.com/office/powerpoint/2010/main" val="11718180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32. What name is given to an environment where an organization uses more than one public cloud provider as part of its architecture?</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Hybrid cloud</a:t>
            </a:r>
          </a:p>
          <a:p>
            <a:r>
              <a:rPr sz="1800" dirty="0" err="1"/>
              <a:t>Multicloud</a:t>
            </a:r>
            <a:endParaRPr sz="1800" dirty="0"/>
          </a:p>
          <a:p>
            <a:r>
              <a:rPr sz="1800" dirty="0"/>
              <a:t>Edge cloud</a:t>
            </a:r>
          </a:p>
          <a:p>
            <a:r>
              <a:rPr sz="1800" dirty="0"/>
              <a:t>Community cloud</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32. What name is given to an environment where an organization uses more than one public cloud provider as part of its architecture?</a:t>
            </a:r>
          </a:p>
        </p:txBody>
      </p:sp>
      <p:sp>
        <p:nvSpPr>
          <p:cNvPr id="3" name="Content Placeholder 2"/>
          <p:cNvSpPr>
            <a:spLocks noGrp="1"/>
          </p:cNvSpPr>
          <p:nvPr>
            <p:ph idx="1"/>
          </p:nvPr>
        </p:nvSpPr>
        <p:spPr/>
        <p:txBody>
          <a:bodyPr/>
          <a:lstStyle/>
          <a:p>
            <a:r>
              <a:rPr sz="1800"/>
              <a:t>Hybrid cloud</a:t>
            </a:r>
          </a:p>
          <a:p>
            <a:r>
              <a:rPr sz="1800" b="1"/>
              <a:t>Multicloud</a:t>
            </a:r>
          </a:p>
          <a:p>
            <a:r>
              <a:rPr sz="1800"/>
              <a:t>Edge cloud</a:t>
            </a:r>
          </a:p>
          <a:p>
            <a:r>
              <a:rPr sz="1800"/>
              <a:t>Community cloud</a:t>
            </a:r>
          </a:p>
        </p:txBody>
      </p:sp>
    </p:spTree>
    <p:extLst>
      <p:ext uri="{BB962C8B-B14F-4D97-AF65-F5344CB8AC3E}">
        <p14:creationId xmlns:p14="http://schemas.microsoft.com/office/powerpoint/2010/main" val="3312277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33. What name is given to an environment that comprises some combination of on-premises or private cloud infrastructure and public cloud services?</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Secure cloud</a:t>
            </a:r>
          </a:p>
          <a:p>
            <a:r>
              <a:rPr sz="1800" dirty="0"/>
              <a:t>Hybrid cloud</a:t>
            </a:r>
          </a:p>
          <a:p>
            <a:r>
              <a:rPr sz="1800" dirty="0"/>
              <a:t>Smart cloud</a:t>
            </a:r>
            <a:endParaRPr lang="en-US" sz="1800" dirty="0"/>
          </a:p>
          <a:p>
            <a:r>
              <a:rPr lang="en-GB" sz="1800" dirty="0"/>
              <a:t>Agile cloud</a:t>
            </a:r>
            <a:endParaRPr sz="1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33. What name is given to an environment that comprises some combination of on-premises or private cloud infrastructure and public cloud services?</a:t>
            </a:r>
          </a:p>
        </p:txBody>
      </p:sp>
      <p:sp>
        <p:nvSpPr>
          <p:cNvPr id="3" name="Content Placeholder 2"/>
          <p:cNvSpPr>
            <a:spLocks noGrp="1"/>
          </p:cNvSpPr>
          <p:nvPr>
            <p:ph idx="1"/>
          </p:nvPr>
        </p:nvSpPr>
        <p:spPr/>
        <p:txBody>
          <a:bodyPr/>
          <a:lstStyle/>
          <a:p>
            <a:r>
              <a:rPr sz="1800" dirty="0"/>
              <a:t>Secure cloud</a:t>
            </a:r>
          </a:p>
          <a:p>
            <a:r>
              <a:rPr sz="1800" b="1" dirty="0"/>
              <a:t>Hybrid cloud</a:t>
            </a:r>
          </a:p>
          <a:p>
            <a:r>
              <a:rPr sz="1800" dirty="0"/>
              <a:t>Smart cloud</a:t>
            </a:r>
            <a:endParaRPr lang="en-US" sz="1800" dirty="0"/>
          </a:p>
          <a:p>
            <a:r>
              <a:rPr lang="en-GB" sz="1800" dirty="0"/>
              <a:t>Agile cloud</a:t>
            </a:r>
            <a:endParaRPr sz="1800" dirty="0"/>
          </a:p>
        </p:txBody>
      </p:sp>
    </p:spTree>
    <p:extLst>
      <p:ext uri="{BB962C8B-B14F-4D97-AF65-F5344CB8AC3E}">
        <p14:creationId xmlns:p14="http://schemas.microsoft.com/office/powerpoint/2010/main" val="3892655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34. Which is the responsibility of the cloud provider in a cloud security model?</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Configuring the customer's applications.</a:t>
            </a:r>
          </a:p>
          <a:p>
            <a:r>
              <a:rPr sz="1800" dirty="0"/>
              <a:t>Maintaining the customer's infrastructure.</a:t>
            </a:r>
          </a:p>
          <a:p>
            <a:r>
              <a:rPr sz="1800" dirty="0"/>
              <a:t>Securing the customer's data.</a:t>
            </a:r>
          </a:p>
          <a:p>
            <a:r>
              <a:rPr sz="1800" dirty="0"/>
              <a:t>Managing the customer's user access.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34. Which is the responsibility of the cloud provider in a cloud security model?</a:t>
            </a:r>
          </a:p>
        </p:txBody>
      </p:sp>
      <p:sp>
        <p:nvSpPr>
          <p:cNvPr id="3" name="Content Placeholder 2"/>
          <p:cNvSpPr>
            <a:spLocks noGrp="1"/>
          </p:cNvSpPr>
          <p:nvPr>
            <p:ph idx="1"/>
          </p:nvPr>
        </p:nvSpPr>
        <p:spPr/>
        <p:txBody>
          <a:bodyPr/>
          <a:lstStyle/>
          <a:p>
            <a:r>
              <a:rPr sz="1800"/>
              <a:t>Configuring the customer's applications.</a:t>
            </a:r>
          </a:p>
          <a:p>
            <a:r>
              <a:rPr sz="1800" b="1"/>
              <a:t>Maintaining the customer's infrastructure.</a:t>
            </a:r>
          </a:p>
          <a:p>
            <a:r>
              <a:rPr sz="1800"/>
              <a:t>Securing the customer's data.</a:t>
            </a:r>
          </a:p>
          <a:p>
            <a:r>
              <a:rPr sz="1800"/>
              <a:t>Managing the customer's user access.</a:t>
            </a:r>
          </a:p>
        </p:txBody>
      </p:sp>
    </p:spTree>
    <p:extLst>
      <p:ext uri="{BB962C8B-B14F-4D97-AF65-F5344CB8AC3E}">
        <p14:creationId xmlns:p14="http://schemas.microsoft.com/office/powerpoint/2010/main" val="29785641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35. Which is a benefit of cloud security over traditional on-premises security?</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Large upfront capital investment.</a:t>
            </a:r>
          </a:p>
          <a:p>
            <a:r>
              <a:rPr sz="1800" dirty="0"/>
              <a:t>Having physical access to hardware.</a:t>
            </a:r>
          </a:p>
          <a:p>
            <a:r>
              <a:rPr sz="1800" dirty="0"/>
              <a:t>Only having to install security updates on a weekly basis.</a:t>
            </a:r>
          </a:p>
          <a:p>
            <a:r>
              <a:rPr sz="1800" dirty="0"/>
              <a:t>Increased scalability.</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35. Which is a benefit of cloud security over traditional on-premises security?</a:t>
            </a:r>
          </a:p>
        </p:txBody>
      </p:sp>
      <p:sp>
        <p:nvSpPr>
          <p:cNvPr id="3" name="Content Placeholder 2"/>
          <p:cNvSpPr>
            <a:spLocks noGrp="1"/>
          </p:cNvSpPr>
          <p:nvPr>
            <p:ph idx="1"/>
          </p:nvPr>
        </p:nvSpPr>
        <p:spPr/>
        <p:txBody>
          <a:bodyPr/>
          <a:lstStyle/>
          <a:p>
            <a:r>
              <a:rPr sz="1800"/>
              <a:t>Large upfront capital investment.</a:t>
            </a:r>
          </a:p>
          <a:p>
            <a:r>
              <a:rPr sz="1800"/>
              <a:t>Having physical access to hardware.</a:t>
            </a:r>
          </a:p>
          <a:p>
            <a:r>
              <a:rPr sz="1800"/>
              <a:t>Only having to install security updates on a weekly basis.</a:t>
            </a:r>
          </a:p>
          <a:p>
            <a:r>
              <a:rPr sz="1800" b="1"/>
              <a:t>Increased scalability.</a:t>
            </a:r>
          </a:p>
        </p:txBody>
      </p:sp>
    </p:spTree>
    <p:extLst>
      <p:ext uri="{BB962C8B-B14F-4D97-AF65-F5344CB8AC3E}">
        <p14:creationId xmlns:p14="http://schemas.microsoft.com/office/powerpoint/2010/main" val="110935705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36. Which three essential aspects of cloud security form the foundation of the CIA triad?</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Certificates, intelligence, and authentication</a:t>
            </a:r>
          </a:p>
          <a:p>
            <a:r>
              <a:rPr sz="1800" dirty="0"/>
              <a:t>Confidentiality, integrity, and availability</a:t>
            </a:r>
          </a:p>
          <a:p>
            <a:r>
              <a:rPr sz="1800" dirty="0"/>
              <a:t>Compliance, identity, and access management</a:t>
            </a:r>
          </a:p>
          <a:p>
            <a:r>
              <a:rPr sz="1800" dirty="0"/>
              <a:t>Containers, infrastructure, and architecture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36. Which three essential aspects of cloud security form the foundation of the CIA triad?</a:t>
            </a:r>
          </a:p>
        </p:txBody>
      </p:sp>
      <p:sp>
        <p:nvSpPr>
          <p:cNvPr id="3" name="Content Placeholder 2"/>
          <p:cNvSpPr>
            <a:spLocks noGrp="1"/>
          </p:cNvSpPr>
          <p:nvPr>
            <p:ph idx="1"/>
          </p:nvPr>
        </p:nvSpPr>
        <p:spPr/>
        <p:txBody>
          <a:bodyPr/>
          <a:lstStyle/>
          <a:p>
            <a:r>
              <a:rPr sz="1800"/>
              <a:t>Certificates, intelligence, and authentication</a:t>
            </a:r>
          </a:p>
          <a:p>
            <a:r>
              <a:rPr sz="1800" b="1"/>
              <a:t>Confidentiality, integrity, and availability</a:t>
            </a:r>
          </a:p>
          <a:p>
            <a:r>
              <a:rPr sz="1800"/>
              <a:t>Compliance, identity, and access management</a:t>
            </a:r>
          </a:p>
          <a:p>
            <a:r>
              <a:rPr sz="1800"/>
              <a:t>Containers, infrastructure, and architecture</a:t>
            </a:r>
          </a:p>
        </p:txBody>
      </p:sp>
    </p:spTree>
    <p:extLst>
      <p:ext uri="{BB962C8B-B14F-4D97-AF65-F5344CB8AC3E}">
        <p14:creationId xmlns:p14="http://schemas.microsoft.com/office/powerpoint/2010/main" val="275946869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37. Which definition best describes a firewall?</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A network security device that monitors and controls incoming and outgoing network traffic based on predefined security rules</a:t>
            </a:r>
          </a:p>
          <a:p>
            <a:r>
              <a:rPr sz="1800" dirty="0"/>
              <a:t>A set of security measures designed to protect a computer system or network from cyber attacks</a:t>
            </a:r>
          </a:p>
          <a:p>
            <a:r>
              <a:rPr sz="1800" dirty="0"/>
              <a:t>A software program that encrypts data to make it unreadable to unauthorized users</a:t>
            </a:r>
          </a:p>
          <a:p>
            <a:r>
              <a:rPr sz="1800" dirty="0"/>
              <a:t>A security model that assumes no user or device can be trusted by default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37. Which definition best describes a firewall?</a:t>
            </a:r>
          </a:p>
        </p:txBody>
      </p:sp>
      <p:sp>
        <p:nvSpPr>
          <p:cNvPr id="3" name="Content Placeholder 2"/>
          <p:cNvSpPr>
            <a:spLocks noGrp="1"/>
          </p:cNvSpPr>
          <p:nvPr>
            <p:ph idx="1"/>
          </p:nvPr>
        </p:nvSpPr>
        <p:spPr/>
        <p:txBody>
          <a:bodyPr/>
          <a:lstStyle/>
          <a:p>
            <a:r>
              <a:rPr sz="1800" b="1"/>
              <a:t>A network security device that monitors and controls incoming and outgoing network traffic based on predefined security rules</a:t>
            </a:r>
          </a:p>
          <a:p>
            <a:r>
              <a:rPr sz="1800"/>
              <a:t>A set of security measures designed to protect a computer system or network from cyber attacks</a:t>
            </a:r>
          </a:p>
          <a:p>
            <a:r>
              <a:rPr sz="1800"/>
              <a:t>A software program that encrypts data to make it unreadable to unauthorized users</a:t>
            </a:r>
          </a:p>
          <a:p>
            <a:r>
              <a:rPr sz="1800"/>
              <a:t>A security model that assumes no user or device can be trusted by default</a:t>
            </a:r>
          </a:p>
        </p:txBody>
      </p:sp>
    </p:spTree>
    <p:extLst>
      <p:ext uri="{BB962C8B-B14F-4D97-AF65-F5344CB8AC3E}">
        <p14:creationId xmlns:p14="http://schemas.microsoft.com/office/powerpoint/2010/main" val="191331473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38. Which security principle advocates granting users only the access they need to perform their job responsibilities?</a:t>
            </a:r>
          </a:p>
        </p:txBody>
      </p:sp>
      <p:sp>
        <p:nvSpPr>
          <p:cNvPr id="3" name="Content Placeholder 2"/>
          <p:cNvSpPr>
            <a:spLocks noGrp="1"/>
          </p:cNvSpPr>
          <p:nvPr>
            <p:ph idx="1"/>
          </p:nvPr>
        </p:nvSpPr>
        <p:spPr>
          <a:noFill/>
        </p:spPr>
        <p:txBody>
          <a:bodyPr vert="horz" lIns="91440" tIns="45720" rIns="91440" bIns="45720" rtlCol="0">
            <a:normAutofit/>
          </a:bodyPr>
          <a:lstStyle/>
          <a:p>
            <a:r>
              <a:rPr sz="1800"/>
              <a:t>Security by default</a:t>
            </a:r>
          </a:p>
          <a:p>
            <a:r>
              <a:rPr sz="1800"/>
              <a:t>Privileged access</a:t>
            </a:r>
          </a:p>
          <a:p>
            <a:r>
              <a:rPr sz="1800"/>
              <a:t>Zero-trust architecture</a:t>
            </a:r>
          </a:p>
          <a:p>
            <a:r>
              <a:rPr sz="1800"/>
              <a:t>Least privilege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38. Which security principle advocates granting users only the access they need to perform their job responsibilities?</a:t>
            </a:r>
          </a:p>
        </p:txBody>
      </p:sp>
      <p:sp>
        <p:nvSpPr>
          <p:cNvPr id="3" name="Content Placeholder 2"/>
          <p:cNvSpPr>
            <a:spLocks noGrp="1"/>
          </p:cNvSpPr>
          <p:nvPr>
            <p:ph idx="1"/>
          </p:nvPr>
        </p:nvSpPr>
        <p:spPr/>
        <p:txBody>
          <a:bodyPr/>
          <a:lstStyle/>
          <a:p>
            <a:r>
              <a:rPr sz="1800"/>
              <a:t>Security by default</a:t>
            </a:r>
          </a:p>
          <a:p>
            <a:r>
              <a:rPr sz="1800"/>
              <a:t>Privileged access</a:t>
            </a:r>
          </a:p>
          <a:p>
            <a:r>
              <a:rPr sz="1800"/>
              <a:t>Zero-trust architecture</a:t>
            </a:r>
          </a:p>
          <a:p>
            <a:r>
              <a:rPr sz="1800" b="1"/>
              <a:t>Least privilege</a:t>
            </a:r>
          </a:p>
        </p:txBody>
      </p:sp>
    </p:spTree>
    <p:extLst>
      <p:ext uri="{BB962C8B-B14F-4D97-AF65-F5344CB8AC3E}">
        <p14:creationId xmlns:p14="http://schemas.microsoft.com/office/powerpoint/2010/main" val="196945115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39. Which practice involves a combination of processes and technologies that help reduce the risk of data breaches, system outages, and other security incidents in the cloud?</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Zero trust security</a:t>
            </a:r>
          </a:p>
          <a:p>
            <a:r>
              <a:rPr sz="1800" dirty="0"/>
              <a:t>Cloud security posture management (CSPM)</a:t>
            </a:r>
          </a:p>
          <a:p>
            <a:r>
              <a:rPr sz="1800" dirty="0"/>
              <a:t>Site reliability engineering (SRE)</a:t>
            </a:r>
          </a:p>
          <a:p>
            <a:r>
              <a:rPr sz="1800" dirty="0"/>
              <a:t>Security operations (SecOps)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39. Which practice involves a combination of processes and technologies that help reduce the risk of data breaches, system outages, and other security incidents in the cloud?</a:t>
            </a:r>
          </a:p>
        </p:txBody>
      </p:sp>
      <p:sp>
        <p:nvSpPr>
          <p:cNvPr id="3" name="Content Placeholder 2"/>
          <p:cNvSpPr>
            <a:spLocks noGrp="1"/>
          </p:cNvSpPr>
          <p:nvPr>
            <p:ph idx="1"/>
          </p:nvPr>
        </p:nvSpPr>
        <p:spPr/>
        <p:txBody>
          <a:bodyPr/>
          <a:lstStyle/>
          <a:p>
            <a:r>
              <a:rPr sz="1800"/>
              <a:t>Zero trust security</a:t>
            </a:r>
          </a:p>
          <a:p>
            <a:r>
              <a:rPr sz="1800"/>
              <a:t>Cloud security posture management (CSPM)</a:t>
            </a:r>
          </a:p>
          <a:p>
            <a:r>
              <a:rPr sz="1800"/>
              <a:t>Site reliability engineering (SRE)</a:t>
            </a:r>
          </a:p>
          <a:p>
            <a:r>
              <a:rPr sz="1800" b="1"/>
              <a:t>Security operations (SecOps)</a:t>
            </a:r>
          </a:p>
        </p:txBody>
      </p:sp>
    </p:spTree>
    <p:extLst>
      <p:ext uri="{BB962C8B-B14F-4D97-AF65-F5344CB8AC3E}">
        <p14:creationId xmlns:p14="http://schemas.microsoft.com/office/powerpoint/2010/main" val="4024000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40. Which is a powerful encryption algorithm trusted by governments and businesses worldwide?</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Lattice-Based Cryptography (LBC)</a:t>
            </a:r>
          </a:p>
          <a:p>
            <a:r>
              <a:rPr sz="1800" dirty="0"/>
              <a:t>Post-quantum cryptography (PQC)</a:t>
            </a:r>
          </a:p>
          <a:p>
            <a:r>
              <a:rPr sz="1800" dirty="0"/>
              <a:t>Advanced Encryption Standard (AES)</a:t>
            </a:r>
          </a:p>
          <a:p>
            <a:r>
              <a:rPr sz="1800" dirty="0"/>
              <a:t>Isomorphic encryption (IE)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40. Which is a powerful encryption algorithm trusted by governments and businesses worldwide?</a:t>
            </a:r>
          </a:p>
        </p:txBody>
      </p:sp>
      <p:sp>
        <p:nvSpPr>
          <p:cNvPr id="3" name="Content Placeholder 2"/>
          <p:cNvSpPr>
            <a:spLocks noGrp="1"/>
          </p:cNvSpPr>
          <p:nvPr>
            <p:ph idx="1"/>
          </p:nvPr>
        </p:nvSpPr>
        <p:spPr/>
        <p:txBody>
          <a:bodyPr/>
          <a:lstStyle/>
          <a:p>
            <a:r>
              <a:rPr sz="1800"/>
              <a:t>Lattice-Based Cryptography (LBC)</a:t>
            </a:r>
          </a:p>
          <a:p>
            <a:r>
              <a:rPr sz="1800"/>
              <a:t>Post-quantum cryptography (PQC)</a:t>
            </a:r>
          </a:p>
          <a:p>
            <a:r>
              <a:rPr sz="1800" b="1"/>
              <a:t>Advanced Encryption Standard (AES)</a:t>
            </a:r>
          </a:p>
          <a:p>
            <a:r>
              <a:rPr sz="1800"/>
              <a:t>Isomorphic encryption (IE)</a:t>
            </a:r>
          </a:p>
        </p:txBody>
      </p:sp>
    </p:spTree>
    <p:extLst>
      <p:ext uri="{BB962C8B-B14F-4D97-AF65-F5344CB8AC3E}">
        <p14:creationId xmlns:p14="http://schemas.microsoft.com/office/powerpoint/2010/main" val="108352553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41. Select the correct statement about Identity and Access Management (IAM). IAM is a system that detects and prevents malicious traffic from entering a cloud network.</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IAM provides granular control over who has access to Google Cloud resources and what they can do with those resources.</a:t>
            </a:r>
          </a:p>
          <a:p>
            <a:r>
              <a:rPr sz="1800" dirty="0"/>
              <a:t>IAM is a cloud service that encrypts cloud-based data at rest and in transit.</a:t>
            </a:r>
          </a:p>
          <a:p>
            <a:r>
              <a:rPr sz="1800" dirty="0"/>
              <a:t>IAM is a cloud security information and event management solution that collects and analyzes log data from cloud security devices and applications.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41. Select the correct statement about Identity and Access Management (IAM). IAM is a system that detects and prevents malicious traffic from entering a cloud network.</a:t>
            </a:r>
          </a:p>
        </p:txBody>
      </p:sp>
      <p:sp>
        <p:nvSpPr>
          <p:cNvPr id="3" name="Content Placeholder 2"/>
          <p:cNvSpPr>
            <a:spLocks noGrp="1"/>
          </p:cNvSpPr>
          <p:nvPr>
            <p:ph idx="1"/>
          </p:nvPr>
        </p:nvSpPr>
        <p:spPr/>
        <p:txBody>
          <a:bodyPr/>
          <a:lstStyle/>
          <a:p>
            <a:r>
              <a:rPr sz="1800" b="1" dirty="0"/>
              <a:t>IAM provides granular control over who has access to Google Cloud resources and what they can do with those resources.</a:t>
            </a:r>
          </a:p>
          <a:p>
            <a:r>
              <a:rPr sz="1800" dirty="0"/>
              <a:t>IAM is a cloud service that encrypts cloud-based data at rest and in transit.</a:t>
            </a:r>
          </a:p>
          <a:p>
            <a:r>
              <a:rPr sz="1800" dirty="0"/>
              <a:t>IAM is a cloud security information and event management solution that collects and analyzes log data from cloud security devices and applications.</a:t>
            </a:r>
          </a:p>
        </p:txBody>
      </p:sp>
    </p:spTree>
    <p:extLst>
      <p:ext uri="{BB962C8B-B14F-4D97-AF65-F5344CB8AC3E}">
        <p14:creationId xmlns:p14="http://schemas.microsoft.com/office/powerpoint/2010/main" val="1905144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42. What metric does Google Cloud use to measure the efficiency of its data centers to achieve cost savings and a reduced carbon footprint?</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Data Center Infrastructure Efficiency (</a:t>
            </a:r>
            <a:r>
              <a:rPr sz="1800" dirty="0" err="1"/>
              <a:t>DCiE</a:t>
            </a:r>
            <a:r>
              <a:rPr sz="1800" dirty="0"/>
              <a:t>)</a:t>
            </a:r>
          </a:p>
          <a:p>
            <a:r>
              <a:rPr sz="1800" dirty="0"/>
              <a:t>Power Usage Effectiveness (PUE)</a:t>
            </a:r>
          </a:p>
          <a:p>
            <a:r>
              <a:rPr sz="1800" dirty="0"/>
              <a:t>Energy Efficiency Ratio (EER)</a:t>
            </a:r>
          </a:p>
          <a:p>
            <a:r>
              <a:rPr sz="1800" dirty="0"/>
              <a:t>Total cost of ownership (TCO)</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42. What metric does Google Cloud use to measure the efficiency of its data centers to achieve cost savings and a reduced carbon footprint?</a:t>
            </a:r>
          </a:p>
        </p:txBody>
      </p:sp>
      <p:sp>
        <p:nvSpPr>
          <p:cNvPr id="3" name="Content Placeholder 2"/>
          <p:cNvSpPr>
            <a:spLocks noGrp="1"/>
          </p:cNvSpPr>
          <p:nvPr>
            <p:ph idx="1"/>
          </p:nvPr>
        </p:nvSpPr>
        <p:spPr/>
        <p:txBody>
          <a:bodyPr/>
          <a:lstStyle/>
          <a:p>
            <a:r>
              <a:rPr sz="1800"/>
              <a:t>Data Center Infrastructure Efficiency (DCiE)</a:t>
            </a:r>
          </a:p>
          <a:p>
            <a:r>
              <a:rPr sz="1800" b="1"/>
              <a:t>Power Usage Effectiveness (PUE)</a:t>
            </a:r>
          </a:p>
          <a:p>
            <a:r>
              <a:rPr sz="1800"/>
              <a:t>Energy Efficiency Ratio (EER)</a:t>
            </a:r>
          </a:p>
          <a:p>
            <a:r>
              <a:rPr sz="1800"/>
              <a:t>Total cost of ownership (TCO)</a:t>
            </a:r>
          </a:p>
        </p:txBody>
      </p:sp>
    </p:spTree>
    <p:extLst>
      <p:ext uri="{BB962C8B-B14F-4D97-AF65-F5344CB8AC3E}">
        <p14:creationId xmlns:p14="http://schemas.microsoft.com/office/powerpoint/2010/main" val="80589518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43. Google Cloud encrypts data at various states. Which state refers to when data is being actively processed by a computer?</a:t>
            </a:r>
          </a:p>
        </p:txBody>
      </p:sp>
      <p:sp>
        <p:nvSpPr>
          <p:cNvPr id="3" name="Content Placeholder 2"/>
          <p:cNvSpPr>
            <a:spLocks noGrp="1"/>
          </p:cNvSpPr>
          <p:nvPr>
            <p:ph idx="1"/>
          </p:nvPr>
        </p:nvSpPr>
        <p:spPr>
          <a:noFill/>
        </p:spPr>
        <p:txBody>
          <a:bodyPr vert="horz" lIns="91440" tIns="45720" rIns="91440" bIns="45720" rtlCol="0">
            <a:normAutofit/>
          </a:bodyPr>
          <a:lstStyle/>
          <a:p>
            <a:r>
              <a:rPr sz="1800"/>
              <a:t>Data in transit</a:t>
            </a:r>
          </a:p>
          <a:p>
            <a:r>
              <a:rPr sz="1800"/>
              <a:t>Data lake</a:t>
            </a:r>
          </a:p>
          <a:p>
            <a:r>
              <a:rPr sz="1800"/>
              <a:t>Data in use</a:t>
            </a:r>
          </a:p>
          <a:p>
            <a:r>
              <a:rPr sz="1800"/>
              <a:t>Data at rest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43. Google Cloud encrypts data at various states. Which state refers to when data is being actively processed by a computer?</a:t>
            </a:r>
          </a:p>
        </p:txBody>
      </p:sp>
      <p:sp>
        <p:nvSpPr>
          <p:cNvPr id="3" name="Content Placeholder 2"/>
          <p:cNvSpPr>
            <a:spLocks noGrp="1"/>
          </p:cNvSpPr>
          <p:nvPr>
            <p:ph idx="1"/>
          </p:nvPr>
        </p:nvSpPr>
        <p:spPr/>
        <p:txBody>
          <a:bodyPr/>
          <a:lstStyle/>
          <a:p>
            <a:r>
              <a:rPr sz="1800"/>
              <a:t>Data in transit</a:t>
            </a:r>
          </a:p>
          <a:p>
            <a:r>
              <a:rPr sz="1800"/>
              <a:t>Data lake</a:t>
            </a:r>
          </a:p>
          <a:p>
            <a:r>
              <a:rPr sz="1800" b="1"/>
              <a:t>Data in use</a:t>
            </a:r>
          </a:p>
          <a:p>
            <a:r>
              <a:rPr sz="1800"/>
              <a:t>Data at rest</a:t>
            </a:r>
          </a:p>
        </p:txBody>
      </p:sp>
    </p:spTree>
    <p:extLst>
      <p:ext uri="{BB962C8B-B14F-4D97-AF65-F5344CB8AC3E}">
        <p14:creationId xmlns:p14="http://schemas.microsoft.com/office/powerpoint/2010/main" val="131606022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44. What security feature adds an extra layer of protection to cloud-based systems?</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Security information and event management (SIEM)</a:t>
            </a:r>
          </a:p>
          <a:p>
            <a:r>
              <a:rPr sz="1800" dirty="0"/>
              <a:t>Firewall as a service (</a:t>
            </a:r>
            <a:r>
              <a:rPr sz="1800" dirty="0" err="1"/>
              <a:t>FaaS</a:t>
            </a:r>
            <a:r>
              <a:rPr sz="1800" dirty="0"/>
              <a:t>)</a:t>
            </a:r>
          </a:p>
          <a:p>
            <a:r>
              <a:rPr sz="1800" dirty="0"/>
              <a:t>Data loss prevention (DLP)</a:t>
            </a:r>
          </a:p>
          <a:p>
            <a:r>
              <a:rPr sz="1800" dirty="0"/>
              <a:t>Two-step verification (2SV)</a:t>
            </a:r>
          </a:p>
          <a:p>
            <a:r>
              <a:rPr sz="1800" dirty="0"/>
              <a:t>Trust and Security with Google Cloud</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44. What security feature adds an extra layer of protection to cloud-based systems?</a:t>
            </a:r>
          </a:p>
        </p:txBody>
      </p:sp>
      <p:sp>
        <p:nvSpPr>
          <p:cNvPr id="3" name="Content Placeholder 2"/>
          <p:cNvSpPr>
            <a:spLocks noGrp="1"/>
          </p:cNvSpPr>
          <p:nvPr>
            <p:ph idx="1"/>
          </p:nvPr>
        </p:nvSpPr>
        <p:spPr/>
        <p:txBody>
          <a:bodyPr/>
          <a:lstStyle/>
          <a:p>
            <a:r>
              <a:rPr sz="1800"/>
              <a:t>Security information and event management (SIEM)</a:t>
            </a:r>
          </a:p>
          <a:p>
            <a:r>
              <a:rPr sz="1800"/>
              <a:t>Firewall as a service (FaaS)</a:t>
            </a:r>
          </a:p>
          <a:p>
            <a:r>
              <a:rPr sz="1800"/>
              <a:t>Data loss prevention (DLP)</a:t>
            </a:r>
          </a:p>
          <a:p>
            <a:r>
              <a:rPr sz="1800" b="1"/>
              <a:t>Two-step verification (2SV)</a:t>
            </a:r>
          </a:p>
          <a:p>
            <a:r>
              <a:rPr sz="1800"/>
              <a:t>Trust and Security with Google Cloud</a:t>
            </a:r>
          </a:p>
        </p:txBody>
      </p:sp>
    </p:spTree>
    <p:extLst>
      <p:ext uri="{BB962C8B-B14F-4D97-AF65-F5344CB8AC3E}">
        <p14:creationId xmlns:p14="http://schemas.microsoft.com/office/powerpoint/2010/main" val="95448006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45. Where can you find details about certifications and compliance standards met by Google Cloud?</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Google Cloud console</a:t>
            </a:r>
          </a:p>
          <a:p>
            <a:r>
              <a:rPr sz="1800" dirty="0"/>
              <a:t>Cloud Storage client libraries</a:t>
            </a:r>
          </a:p>
          <a:p>
            <a:r>
              <a:rPr sz="1800" dirty="0"/>
              <a:t>Compliance resource center</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45. Where can you find details about certifications and compliance standards met by Google Cloud?</a:t>
            </a:r>
          </a:p>
        </p:txBody>
      </p:sp>
      <p:sp>
        <p:nvSpPr>
          <p:cNvPr id="3" name="Content Placeholder 2"/>
          <p:cNvSpPr>
            <a:spLocks noGrp="1"/>
          </p:cNvSpPr>
          <p:nvPr>
            <p:ph idx="1"/>
          </p:nvPr>
        </p:nvSpPr>
        <p:spPr/>
        <p:txBody>
          <a:bodyPr/>
          <a:lstStyle/>
          <a:p>
            <a:r>
              <a:rPr sz="1800"/>
              <a:t>Google Cloud console</a:t>
            </a:r>
          </a:p>
          <a:p>
            <a:r>
              <a:rPr sz="1800"/>
              <a:t>Cloud Storage client libraries</a:t>
            </a:r>
          </a:p>
          <a:p>
            <a:r>
              <a:rPr sz="1800" b="1"/>
              <a:t>Compliance resource center</a:t>
            </a:r>
          </a:p>
        </p:txBody>
      </p:sp>
    </p:spTree>
    <p:extLst>
      <p:ext uri="{BB962C8B-B14F-4D97-AF65-F5344CB8AC3E}">
        <p14:creationId xmlns:p14="http://schemas.microsoft.com/office/powerpoint/2010/main" val="409189331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46. Which report provides a way for Google Cloud to share data about how the policies and actions of governments and corporations affect privacy, security, and access to information?</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Compliance reports</a:t>
            </a:r>
          </a:p>
          <a:p>
            <a:r>
              <a:rPr sz="1800" dirty="0"/>
              <a:t>Billing reports</a:t>
            </a:r>
          </a:p>
          <a:p>
            <a:r>
              <a:rPr sz="1800" dirty="0"/>
              <a:t>Transparency reports</a:t>
            </a:r>
          </a:p>
          <a:p>
            <a:r>
              <a:rPr sz="1800" dirty="0"/>
              <a:t>Security reports</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46. Which report provides a way for Google Cloud to share data about how the policies and actions of governments and corporations affect privacy, security, and access to information?</a:t>
            </a:r>
          </a:p>
        </p:txBody>
      </p:sp>
      <p:sp>
        <p:nvSpPr>
          <p:cNvPr id="3" name="Content Placeholder 2"/>
          <p:cNvSpPr>
            <a:spLocks noGrp="1"/>
          </p:cNvSpPr>
          <p:nvPr>
            <p:ph idx="1"/>
          </p:nvPr>
        </p:nvSpPr>
        <p:spPr/>
        <p:txBody>
          <a:bodyPr/>
          <a:lstStyle/>
          <a:p>
            <a:r>
              <a:rPr sz="1800"/>
              <a:t>Compliance reports</a:t>
            </a:r>
          </a:p>
          <a:p>
            <a:r>
              <a:rPr sz="1800"/>
              <a:t>Billing reports</a:t>
            </a:r>
          </a:p>
          <a:p>
            <a:r>
              <a:rPr sz="1800" b="1"/>
              <a:t>Transparency reports</a:t>
            </a:r>
          </a:p>
          <a:p>
            <a:r>
              <a:rPr sz="1800"/>
              <a:t>Security reports</a:t>
            </a:r>
          </a:p>
        </p:txBody>
      </p:sp>
    </p:spTree>
    <p:extLst>
      <p:ext uri="{BB962C8B-B14F-4D97-AF65-F5344CB8AC3E}">
        <p14:creationId xmlns:p14="http://schemas.microsoft.com/office/powerpoint/2010/main" val="298685169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47. Which is one of Google Cloud’s seven trust principles?</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All customer data is encrypted by default.</a:t>
            </a:r>
          </a:p>
          <a:p>
            <a:r>
              <a:rPr sz="1800" dirty="0"/>
              <a:t>We give "backdoor" access to government entities when requested.</a:t>
            </a:r>
          </a:p>
          <a:p>
            <a:r>
              <a:rPr sz="1800" dirty="0"/>
              <a:t>Google sells customer data to third parties.</a:t>
            </a:r>
          </a:p>
          <a:p>
            <a:r>
              <a:rPr sz="1800" dirty="0"/>
              <a:t>Google Cloud uses customer data for advertising.</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47. Which is one of Google Cloud’s seven trust principles?</a:t>
            </a:r>
          </a:p>
        </p:txBody>
      </p:sp>
      <p:sp>
        <p:nvSpPr>
          <p:cNvPr id="3" name="Content Placeholder 2"/>
          <p:cNvSpPr>
            <a:spLocks noGrp="1"/>
          </p:cNvSpPr>
          <p:nvPr>
            <p:ph idx="1"/>
          </p:nvPr>
        </p:nvSpPr>
        <p:spPr/>
        <p:txBody>
          <a:bodyPr/>
          <a:lstStyle/>
          <a:p>
            <a:r>
              <a:rPr sz="1800" b="1"/>
              <a:t>All customer data is encrypted by default.</a:t>
            </a:r>
          </a:p>
          <a:p>
            <a:r>
              <a:rPr sz="1800"/>
              <a:t>We give "backdoor" access to government entities when requested.</a:t>
            </a:r>
          </a:p>
          <a:p>
            <a:r>
              <a:rPr sz="1800"/>
              <a:t>Google sells customer data to third parties.</a:t>
            </a:r>
          </a:p>
          <a:p>
            <a:r>
              <a:rPr sz="1800"/>
              <a:t>Google Cloud uses customer data for advertising.</a:t>
            </a:r>
          </a:p>
        </p:txBody>
      </p:sp>
    </p:spTree>
    <p:extLst>
      <p:ext uri="{BB962C8B-B14F-4D97-AF65-F5344CB8AC3E}">
        <p14:creationId xmlns:p14="http://schemas.microsoft.com/office/powerpoint/2010/main" val="419412593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48. Which term describes the concept that data is subject to the laws and regulations of the country where it resides?</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Data consistency</a:t>
            </a:r>
          </a:p>
          <a:p>
            <a:r>
              <a:rPr sz="1800" dirty="0"/>
              <a:t>Data redundancy</a:t>
            </a:r>
          </a:p>
          <a:p>
            <a:r>
              <a:rPr sz="1800" dirty="0"/>
              <a:t>Data sovereignty</a:t>
            </a:r>
          </a:p>
          <a:p>
            <a:r>
              <a:rPr sz="1800" dirty="0"/>
              <a:t>Data residency</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48. Which term describes the concept that data is subject to the laws and regulations of the country where it resides?</a:t>
            </a:r>
          </a:p>
        </p:txBody>
      </p:sp>
      <p:sp>
        <p:nvSpPr>
          <p:cNvPr id="3" name="Content Placeholder 2"/>
          <p:cNvSpPr>
            <a:spLocks noGrp="1"/>
          </p:cNvSpPr>
          <p:nvPr>
            <p:ph idx="1"/>
          </p:nvPr>
        </p:nvSpPr>
        <p:spPr/>
        <p:txBody>
          <a:bodyPr/>
          <a:lstStyle/>
          <a:p>
            <a:r>
              <a:rPr sz="1800" dirty="0"/>
              <a:t>Data consistency</a:t>
            </a:r>
          </a:p>
          <a:p>
            <a:r>
              <a:rPr sz="1800" dirty="0"/>
              <a:t>Data redundancy</a:t>
            </a:r>
          </a:p>
          <a:p>
            <a:r>
              <a:rPr sz="1800" b="1" dirty="0"/>
              <a:t>Data sovereignty</a:t>
            </a:r>
          </a:p>
          <a:p>
            <a:r>
              <a:rPr sz="1800" dirty="0"/>
              <a:t>Data residency</a:t>
            </a:r>
          </a:p>
        </p:txBody>
      </p:sp>
    </p:spTree>
    <p:extLst>
      <p:ext uri="{BB962C8B-B14F-4D97-AF65-F5344CB8AC3E}">
        <p14:creationId xmlns:p14="http://schemas.microsoft.com/office/powerpoint/2010/main" val="54422951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49. Which term describes a centralized hub within an organization composed of a partnership across finance, technology, and business functions?</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Competency center</a:t>
            </a:r>
          </a:p>
          <a:p>
            <a:r>
              <a:rPr sz="1800" dirty="0"/>
              <a:t>Center of innovation</a:t>
            </a:r>
          </a:p>
          <a:p>
            <a:r>
              <a:rPr sz="1800" dirty="0"/>
              <a:t>Center of excellence</a:t>
            </a:r>
          </a:p>
          <a:p>
            <a:r>
              <a:rPr sz="1800" dirty="0"/>
              <a:t>Hub center</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49. Which term describes a centralized hub within an organization composed of a partnership across finance, technology, and business functions?</a:t>
            </a:r>
          </a:p>
        </p:txBody>
      </p:sp>
      <p:sp>
        <p:nvSpPr>
          <p:cNvPr id="3" name="Content Placeholder 2"/>
          <p:cNvSpPr>
            <a:spLocks noGrp="1"/>
          </p:cNvSpPr>
          <p:nvPr>
            <p:ph idx="1"/>
          </p:nvPr>
        </p:nvSpPr>
        <p:spPr/>
        <p:txBody>
          <a:bodyPr/>
          <a:lstStyle/>
          <a:p>
            <a:r>
              <a:rPr sz="1800"/>
              <a:t>Competency center</a:t>
            </a:r>
          </a:p>
          <a:p>
            <a:r>
              <a:rPr sz="1800"/>
              <a:t>Center of innovation</a:t>
            </a:r>
          </a:p>
          <a:p>
            <a:r>
              <a:rPr sz="1800" b="1"/>
              <a:t>Center of excellence</a:t>
            </a:r>
          </a:p>
          <a:p>
            <a:r>
              <a:rPr sz="1800"/>
              <a:t>Hub center</a:t>
            </a:r>
          </a:p>
        </p:txBody>
      </p:sp>
    </p:spTree>
    <p:extLst>
      <p:ext uri="{BB962C8B-B14F-4D97-AF65-F5344CB8AC3E}">
        <p14:creationId xmlns:p14="http://schemas.microsoft.com/office/powerpoint/2010/main" val="246010664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50. Which represents the lowest level in the Google Cloud resource hierarchy?</a:t>
            </a:r>
          </a:p>
        </p:txBody>
      </p:sp>
      <p:sp>
        <p:nvSpPr>
          <p:cNvPr id="3" name="Content Placeholder 2"/>
          <p:cNvSpPr>
            <a:spLocks noGrp="1"/>
          </p:cNvSpPr>
          <p:nvPr>
            <p:ph idx="1"/>
          </p:nvPr>
        </p:nvSpPr>
        <p:spPr>
          <a:noFill/>
        </p:spPr>
        <p:txBody>
          <a:bodyPr vert="horz" lIns="91440" tIns="45720" rIns="91440" bIns="45720" rtlCol="0">
            <a:normAutofit/>
          </a:bodyPr>
          <a:lstStyle/>
          <a:p>
            <a:r>
              <a:rPr sz="1800"/>
              <a:t>Resources</a:t>
            </a:r>
          </a:p>
          <a:p>
            <a:r>
              <a:rPr sz="1800"/>
              <a:t>Organization node</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50. Which represents the lowest level in the Google Cloud resource hierarchy?</a:t>
            </a:r>
          </a:p>
        </p:txBody>
      </p:sp>
      <p:sp>
        <p:nvSpPr>
          <p:cNvPr id="3" name="Content Placeholder 2"/>
          <p:cNvSpPr>
            <a:spLocks noGrp="1"/>
          </p:cNvSpPr>
          <p:nvPr>
            <p:ph idx="1"/>
          </p:nvPr>
        </p:nvSpPr>
        <p:spPr/>
        <p:txBody>
          <a:bodyPr/>
          <a:lstStyle/>
          <a:p>
            <a:r>
              <a:rPr sz="1800" b="1"/>
              <a:t>Resources</a:t>
            </a:r>
          </a:p>
          <a:p>
            <a:r>
              <a:rPr sz="1800"/>
              <a:t>Organization node</a:t>
            </a:r>
          </a:p>
        </p:txBody>
      </p:sp>
    </p:spTree>
    <p:extLst>
      <p:ext uri="{BB962C8B-B14F-4D97-AF65-F5344CB8AC3E}">
        <p14:creationId xmlns:p14="http://schemas.microsoft.com/office/powerpoint/2010/main" val="96487964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51. Which offers a reactive method to help you track and understand what you’ve already spent on Google Cloud resources and provide ways to help optimize your costs?</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Cost forecasting</a:t>
            </a:r>
          </a:p>
          <a:p>
            <a:r>
              <a:rPr sz="1800" dirty="0"/>
              <a:t>Cloud billing reports</a:t>
            </a:r>
          </a:p>
          <a:p>
            <a:r>
              <a:rPr sz="1800" dirty="0"/>
              <a:t>Resource usage</a:t>
            </a:r>
            <a:endParaRPr lang="en-US" sz="1800" dirty="0"/>
          </a:p>
          <a:p>
            <a:r>
              <a:rPr lang="en-GB" sz="1800" dirty="0"/>
              <a:t>Cost budget</a:t>
            </a:r>
            <a:endParaRPr sz="18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51. Which offers a reactive method to help you track and understand what you’ve already spent on Google Cloud resources and provide ways to help optimize your costs?</a:t>
            </a:r>
          </a:p>
        </p:txBody>
      </p:sp>
      <p:sp>
        <p:nvSpPr>
          <p:cNvPr id="3" name="Content Placeholder 2"/>
          <p:cNvSpPr>
            <a:spLocks noGrp="1"/>
          </p:cNvSpPr>
          <p:nvPr>
            <p:ph idx="1"/>
          </p:nvPr>
        </p:nvSpPr>
        <p:spPr/>
        <p:txBody>
          <a:bodyPr/>
          <a:lstStyle/>
          <a:p>
            <a:r>
              <a:rPr sz="1800" dirty="0"/>
              <a:t>Cost forecasting</a:t>
            </a:r>
          </a:p>
          <a:p>
            <a:r>
              <a:rPr sz="1800" b="1" dirty="0"/>
              <a:t>Cloud billing reports</a:t>
            </a:r>
          </a:p>
          <a:p>
            <a:r>
              <a:rPr sz="1800" dirty="0"/>
              <a:t>Resource usage</a:t>
            </a:r>
            <a:endParaRPr lang="en-US" sz="1800" dirty="0"/>
          </a:p>
          <a:p>
            <a:r>
              <a:rPr lang="en-GB" sz="1800" dirty="0"/>
              <a:t>Cost </a:t>
            </a:r>
            <a:r>
              <a:rPr lang="en-GB" sz="1800" dirty="0" err="1"/>
              <a:t>bugdet</a:t>
            </a:r>
            <a:endParaRPr sz="1800" dirty="0"/>
          </a:p>
        </p:txBody>
      </p:sp>
    </p:spTree>
    <p:extLst>
      <p:ext uri="{BB962C8B-B14F-4D97-AF65-F5344CB8AC3E}">
        <p14:creationId xmlns:p14="http://schemas.microsoft.com/office/powerpoint/2010/main" val="99232595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52. Why is it a benefit that the Google Cloud resource hierarchy follows inheritance and propagation rules?</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Inheritance in the hierarchy reduces the overall cost of cloud computing.</a:t>
            </a:r>
          </a:p>
          <a:p>
            <a:r>
              <a:rPr sz="1800" dirty="0"/>
              <a:t>Faster propagation can simplify a cloud migration.</a:t>
            </a:r>
          </a:p>
          <a:p>
            <a:r>
              <a:rPr sz="1800" dirty="0"/>
              <a:t>Resources at lower levels can improve the performance of cloud applications.</a:t>
            </a:r>
          </a:p>
          <a:p>
            <a:r>
              <a:rPr sz="1800" dirty="0"/>
              <a:t>Permissions set at higher levels of the resource hierarchy are automatically inherited by lower-level resources.</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52. Why is it a benefit that the Google Cloud resource hierarchy follows inheritance and propagation rules?</a:t>
            </a:r>
          </a:p>
        </p:txBody>
      </p:sp>
      <p:sp>
        <p:nvSpPr>
          <p:cNvPr id="3" name="Content Placeholder 2"/>
          <p:cNvSpPr>
            <a:spLocks noGrp="1"/>
          </p:cNvSpPr>
          <p:nvPr>
            <p:ph idx="1"/>
          </p:nvPr>
        </p:nvSpPr>
        <p:spPr/>
        <p:txBody>
          <a:bodyPr/>
          <a:lstStyle/>
          <a:p>
            <a:r>
              <a:rPr sz="1800"/>
              <a:t>Inheritance in the hierarchy reduces the overall cost of cloud computing.</a:t>
            </a:r>
          </a:p>
          <a:p>
            <a:r>
              <a:rPr sz="1800"/>
              <a:t>Faster propagation can simplify a cloud migration.</a:t>
            </a:r>
          </a:p>
          <a:p>
            <a:r>
              <a:rPr sz="1800"/>
              <a:t>Resources at lower levels can improve the performance of cloud applications.</a:t>
            </a:r>
          </a:p>
          <a:p>
            <a:r>
              <a:rPr sz="1800" b="1"/>
              <a:t>Permissions set at higher levels of the resource hierarchy are automatically inherited by lower-level resources.</a:t>
            </a:r>
          </a:p>
        </p:txBody>
      </p:sp>
    </p:spTree>
    <p:extLst>
      <p:ext uri="{BB962C8B-B14F-4D97-AF65-F5344CB8AC3E}">
        <p14:creationId xmlns:p14="http://schemas.microsoft.com/office/powerpoint/2010/main" val="265507128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53. Which feature lets you set limits on the amount of resources that can be used by a project or user?</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Billing reports</a:t>
            </a:r>
          </a:p>
          <a:p>
            <a:r>
              <a:rPr sz="1800" dirty="0"/>
              <a:t>Invoicing limits</a:t>
            </a:r>
          </a:p>
          <a:p>
            <a:r>
              <a:rPr sz="1800" dirty="0"/>
              <a:t>Quota policies</a:t>
            </a:r>
          </a:p>
          <a:p>
            <a:r>
              <a:rPr sz="1800" dirty="0"/>
              <a:t>Committed use discounts</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53. Which feature lets you set limits on the amount of resources that can be used by a project or user?</a:t>
            </a:r>
          </a:p>
        </p:txBody>
      </p:sp>
      <p:sp>
        <p:nvSpPr>
          <p:cNvPr id="3" name="Content Placeholder 2"/>
          <p:cNvSpPr>
            <a:spLocks noGrp="1"/>
          </p:cNvSpPr>
          <p:nvPr>
            <p:ph idx="1"/>
          </p:nvPr>
        </p:nvSpPr>
        <p:spPr/>
        <p:txBody>
          <a:bodyPr/>
          <a:lstStyle/>
          <a:p>
            <a:r>
              <a:rPr sz="1800"/>
              <a:t>Billing reports</a:t>
            </a:r>
          </a:p>
          <a:p>
            <a:r>
              <a:rPr sz="1800"/>
              <a:t>Invoicing limits</a:t>
            </a:r>
          </a:p>
          <a:p>
            <a:r>
              <a:rPr sz="1800" b="1"/>
              <a:t>Quota policies</a:t>
            </a:r>
          </a:p>
          <a:p>
            <a:r>
              <a:rPr sz="1800"/>
              <a:t>Committed use discounts</a:t>
            </a:r>
          </a:p>
        </p:txBody>
      </p:sp>
    </p:spTree>
    <p:extLst>
      <p:ext uri="{BB962C8B-B14F-4D97-AF65-F5344CB8AC3E}">
        <p14:creationId xmlns:p14="http://schemas.microsoft.com/office/powerpoint/2010/main" val="108858428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54. Which feature lets you set alerts for when cloud costs exceed a certain limit?</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Budget threshold rules</a:t>
            </a:r>
          </a:p>
          <a:p>
            <a:r>
              <a:rPr sz="1800" dirty="0"/>
              <a:t>Billing reports</a:t>
            </a:r>
          </a:p>
          <a:p>
            <a:r>
              <a:rPr sz="1800" dirty="0"/>
              <a:t>Cost optimization recommendations</a:t>
            </a:r>
          </a:p>
          <a:p>
            <a:r>
              <a:rPr sz="1800" dirty="0"/>
              <a:t>Cost forecasting</a:t>
            </a:r>
            <a:endParaRPr lang="es-ES_tradnl" sz="18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54. Which feature lets you set alerts for when cloud costs exceed a certain limit?</a:t>
            </a:r>
          </a:p>
        </p:txBody>
      </p:sp>
      <p:sp>
        <p:nvSpPr>
          <p:cNvPr id="3" name="Content Placeholder 2"/>
          <p:cNvSpPr>
            <a:spLocks noGrp="1"/>
          </p:cNvSpPr>
          <p:nvPr>
            <p:ph idx="1"/>
          </p:nvPr>
        </p:nvSpPr>
        <p:spPr/>
        <p:txBody>
          <a:bodyPr/>
          <a:lstStyle/>
          <a:p>
            <a:r>
              <a:rPr sz="1800" b="1" dirty="0"/>
              <a:t>Budget threshold rules</a:t>
            </a:r>
          </a:p>
          <a:p>
            <a:r>
              <a:rPr sz="1800" dirty="0"/>
              <a:t>Billing reports</a:t>
            </a:r>
          </a:p>
          <a:p>
            <a:r>
              <a:rPr sz="1800" dirty="0"/>
              <a:t>Cost optimization recommendations</a:t>
            </a:r>
          </a:p>
          <a:p>
            <a:r>
              <a:rPr sz="1800" dirty="0"/>
              <a:t>Cost forecasting</a:t>
            </a:r>
          </a:p>
        </p:txBody>
      </p:sp>
    </p:spTree>
    <p:extLst>
      <p:ext uri="{BB962C8B-B14F-4D97-AF65-F5344CB8AC3E}">
        <p14:creationId xmlns:p14="http://schemas.microsoft.com/office/powerpoint/2010/main" val="266387199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55. Whose job is to ensure the reliability, availability, and efficiency of software systems and services deployed in the cloud?</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Site reliability engineer</a:t>
            </a:r>
          </a:p>
          <a:p>
            <a:r>
              <a:rPr sz="1800" dirty="0"/>
              <a:t>Cloud architect</a:t>
            </a:r>
          </a:p>
          <a:p>
            <a:r>
              <a:rPr sz="1800" dirty="0"/>
              <a:t>DevOps engineer</a:t>
            </a:r>
          </a:p>
          <a:p>
            <a:r>
              <a:rPr sz="1800" dirty="0"/>
              <a:t>Cloud security engineer</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55. Whose job is to ensure the reliability, availability, and efficiency of software systems and services deployed in the cloud?</a:t>
            </a:r>
          </a:p>
        </p:txBody>
      </p:sp>
      <p:sp>
        <p:nvSpPr>
          <p:cNvPr id="3" name="Content Placeholder 2"/>
          <p:cNvSpPr>
            <a:spLocks noGrp="1"/>
          </p:cNvSpPr>
          <p:nvPr>
            <p:ph idx="1"/>
          </p:nvPr>
        </p:nvSpPr>
        <p:spPr/>
        <p:txBody>
          <a:bodyPr/>
          <a:lstStyle/>
          <a:p>
            <a:r>
              <a:rPr sz="1800" b="1"/>
              <a:t>Site reliability engineer</a:t>
            </a:r>
          </a:p>
          <a:p>
            <a:r>
              <a:rPr sz="1800"/>
              <a:t>Cloud architect</a:t>
            </a:r>
          </a:p>
          <a:p>
            <a:r>
              <a:rPr sz="1800"/>
              <a:t>DevOps engineer</a:t>
            </a:r>
          </a:p>
          <a:p>
            <a:r>
              <a:rPr sz="1800"/>
              <a:t>Cloud security engineer</a:t>
            </a:r>
          </a:p>
        </p:txBody>
      </p:sp>
    </p:spTree>
    <p:extLst>
      <p:ext uri="{BB962C8B-B14F-4D97-AF65-F5344CB8AC3E}">
        <p14:creationId xmlns:p14="http://schemas.microsoft.com/office/powerpoint/2010/main" val="119342506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56. What does the Cloud Profiler tool do?</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It provides a comprehensive view of your cloud infrastructure and applications.</a:t>
            </a:r>
          </a:p>
          <a:p>
            <a:r>
              <a:rPr sz="1800" dirty="0"/>
              <a:t>It identifies how much CPU power, memory, and other resources an application uses.</a:t>
            </a:r>
          </a:p>
          <a:p>
            <a:r>
              <a:rPr sz="1800" dirty="0"/>
              <a:t>It collects and stores all application and infrastructure logs.</a:t>
            </a:r>
          </a:p>
          <a:p>
            <a:r>
              <a:rPr sz="1800" dirty="0"/>
              <a:t>It counts, </a:t>
            </a:r>
            <a:r>
              <a:rPr lang="es-ES_tradnl" sz="1800" dirty="0" err="1"/>
              <a:t>analyze</a:t>
            </a:r>
            <a:r>
              <a:rPr sz="1800" dirty="0"/>
              <a:t>s, and aggregates the crashes in running cloud services in real-time.</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56. What does the Cloud Profiler tool do?</a:t>
            </a:r>
          </a:p>
        </p:txBody>
      </p:sp>
      <p:sp>
        <p:nvSpPr>
          <p:cNvPr id="3" name="Content Placeholder 2"/>
          <p:cNvSpPr>
            <a:spLocks noGrp="1"/>
          </p:cNvSpPr>
          <p:nvPr>
            <p:ph idx="1"/>
          </p:nvPr>
        </p:nvSpPr>
        <p:spPr/>
        <p:txBody>
          <a:bodyPr/>
          <a:lstStyle/>
          <a:p>
            <a:r>
              <a:rPr sz="1800" dirty="0"/>
              <a:t>It provides a comprehensive view of your cloud infrastructure and applications.</a:t>
            </a:r>
          </a:p>
          <a:p>
            <a:r>
              <a:rPr sz="1800" b="1" dirty="0"/>
              <a:t>It identifies how much CPU power, memory, and other resources an application uses.</a:t>
            </a:r>
          </a:p>
          <a:p>
            <a:r>
              <a:rPr sz="1800" dirty="0"/>
              <a:t>It collects and stores all application and infrastructure logs.</a:t>
            </a:r>
          </a:p>
          <a:p>
            <a:r>
              <a:rPr sz="1800" dirty="0"/>
              <a:t>It counts, analyzes, and aggregates the crashes in running cloud services in real-time.</a:t>
            </a:r>
          </a:p>
        </p:txBody>
      </p:sp>
    </p:spTree>
    <p:extLst>
      <p:ext uri="{BB962C8B-B14F-4D97-AF65-F5344CB8AC3E}">
        <p14:creationId xmlns:p14="http://schemas.microsoft.com/office/powerpoint/2010/main" val="99388863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57. One of the four golden signals is latency. What does latency measure?</a:t>
            </a:r>
          </a:p>
        </p:txBody>
      </p:sp>
      <p:sp>
        <p:nvSpPr>
          <p:cNvPr id="3" name="Content Placeholder 2"/>
          <p:cNvSpPr>
            <a:spLocks noGrp="1"/>
          </p:cNvSpPr>
          <p:nvPr>
            <p:ph idx="1"/>
          </p:nvPr>
        </p:nvSpPr>
        <p:spPr>
          <a:noFill/>
        </p:spPr>
        <p:txBody>
          <a:bodyPr vert="horz" lIns="91440" tIns="45720" rIns="91440" bIns="45720" rtlCol="0">
            <a:normAutofit/>
          </a:bodyPr>
          <a:lstStyle/>
          <a:p>
            <a:r>
              <a:rPr sz="1800"/>
              <a:t>How long it takes for a particular part of a system to return a result.</a:t>
            </a:r>
          </a:p>
          <a:p>
            <a:r>
              <a:rPr sz="1800"/>
              <a:t>How close to capacity a system is.</a:t>
            </a:r>
          </a:p>
          <a:p>
            <a:r>
              <a:rPr sz="1800"/>
              <a:t>How many requests reach a system.</a:t>
            </a:r>
          </a:p>
          <a:p>
            <a:r>
              <a:rPr sz="1800"/>
              <a:t>System failures or other issues.</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57. One of the four golden signals is latency. What does latency measure?</a:t>
            </a:r>
          </a:p>
        </p:txBody>
      </p:sp>
      <p:sp>
        <p:nvSpPr>
          <p:cNvPr id="3" name="Content Placeholder 2"/>
          <p:cNvSpPr>
            <a:spLocks noGrp="1"/>
          </p:cNvSpPr>
          <p:nvPr>
            <p:ph idx="1"/>
          </p:nvPr>
        </p:nvSpPr>
        <p:spPr/>
        <p:txBody>
          <a:bodyPr/>
          <a:lstStyle/>
          <a:p>
            <a:r>
              <a:rPr sz="1800" b="1"/>
              <a:t>How long it takes for a particular part of a system to return a result.</a:t>
            </a:r>
          </a:p>
          <a:p>
            <a:r>
              <a:rPr sz="1800"/>
              <a:t>How close to capacity a system is.</a:t>
            </a:r>
          </a:p>
          <a:p>
            <a:r>
              <a:rPr sz="1800"/>
              <a:t>How many requests reach a system.</a:t>
            </a:r>
          </a:p>
          <a:p>
            <a:r>
              <a:rPr sz="1800"/>
              <a:t>System failures or other issues.</a:t>
            </a:r>
          </a:p>
        </p:txBody>
      </p:sp>
    </p:spTree>
    <p:extLst>
      <p:ext uri="{BB962C8B-B14F-4D97-AF65-F5344CB8AC3E}">
        <p14:creationId xmlns:p14="http://schemas.microsoft.com/office/powerpoint/2010/main" val="113608767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58. How does replication help the design of resilient and fault-tolerant infrastructure and processes in a cloud environment?</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It duplicates critical components or resources to provide backup alternatives.</a:t>
            </a:r>
          </a:p>
          <a:p>
            <a:r>
              <a:rPr sz="1800" dirty="0"/>
              <a:t>It monitors and controls incoming and outgoing network traffic based on predetermined security rules.</a:t>
            </a:r>
          </a:p>
          <a:p>
            <a:r>
              <a:rPr sz="1800" dirty="0"/>
              <a:t>It scales infrastructure to handle varying workloads and accommodate increased demand.</a:t>
            </a:r>
          </a:p>
          <a:p>
            <a:r>
              <a:rPr sz="1800" dirty="0"/>
              <a:t>It creates multiple copies of data or services and distributes them across different servers or locations.</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58. How does replication help the design of resilient and fault-tolerant infrastructure and processes in a cloud environment?</a:t>
            </a:r>
          </a:p>
        </p:txBody>
      </p:sp>
      <p:sp>
        <p:nvSpPr>
          <p:cNvPr id="3" name="Content Placeholder 2"/>
          <p:cNvSpPr>
            <a:spLocks noGrp="1"/>
          </p:cNvSpPr>
          <p:nvPr>
            <p:ph idx="1"/>
          </p:nvPr>
        </p:nvSpPr>
        <p:spPr/>
        <p:txBody>
          <a:bodyPr/>
          <a:lstStyle/>
          <a:p>
            <a:r>
              <a:rPr sz="1800"/>
              <a:t>It duplicates critical components or resources to provide backup alternatives.</a:t>
            </a:r>
          </a:p>
          <a:p>
            <a:r>
              <a:rPr sz="1800"/>
              <a:t>It monitors and controls incoming and outgoing network traffic based on predetermined security rules.</a:t>
            </a:r>
          </a:p>
          <a:p>
            <a:r>
              <a:rPr sz="1800"/>
              <a:t>It scales infrastructure to handle varying workloads and accommodate increased demand.</a:t>
            </a:r>
          </a:p>
          <a:p>
            <a:r>
              <a:rPr sz="1800" b="1"/>
              <a:t>It creates multiple copies of data or services and distributes them across different servers or locations.</a:t>
            </a:r>
          </a:p>
        </p:txBody>
      </p:sp>
    </p:spTree>
    <p:extLst>
      <p:ext uri="{BB962C8B-B14F-4D97-AF65-F5344CB8AC3E}">
        <p14:creationId xmlns:p14="http://schemas.microsoft.com/office/powerpoint/2010/main" val="394508676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59. Which metric shows how well a system or service is performing?</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Service level contracts</a:t>
            </a:r>
          </a:p>
          <a:p>
            <a:r>
              <a:rPr sz="1800" dirty="0"/>
              <a:t>Service level indicators</a:t>
            </a:r>
          </a:p>
          <a:p>
            <a:r>
              <a:rPr sz="1800" dirty="0"/>
              <a:t>Service level objectives</a:t>
            </a:r>
          </a:p>
          <a:p>
            <a:r>
              <a:rPr sz="1800" dirty="0"/>
              <a:t>Service level agreements</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59. Which metric shows how well a system or service is performing?</a:t>
            </a:r>
          </a:p>
        </p:txBody>
      </p:sp>
      <p:sp>
        <p:nvSpPr>
          <p:cNvPr id="3" name="Content Placeholder 2"/>
          <p:cNvSpPr>
            <a:spLocks noGrp="1"/>
          </p:cNvSpPr>
          <p:nvPr>
            <p:ph idx="1"/>
          </p:nvPr>
        </p:nvSpPr>
        <p:spPr/>
        <p:txBody>
          <a:bodyPr/>
          <a:lstStyle/>
          <a:p>
            <a:r>
              <a:rPr sz="1800"/>
              <a:t>Service level contracts</a:t>
            </a:r>
          </a:p>
          <a:p>
            <a:r>
              <a:rPr sz="1800" b="1"/>
              <a:t>Service level indicators</a:t>
            </a:r>
          </a:p>
          <a:p>
            <a:r>
              <a:rPr sz="1800"/>
              <a:t>Service level objectives</a:t>
            </a:r>
          </a:p>
          <a:p>
            <a:r>
              <a:rPr sz="1800"/>
              <a:t>Service level agreements</a:t>
            </a:r>
          </a:p>
        </p:txBody>
      </p:sp>
    </p:spTree>
    <p:extLst>
      <p:ext uri="{BB962C8B-B14F-4D97-AF65-F5344CB8AC3E}">
        <p14:creationId xmlns:p14="http://schemas.microsoft.com/office/powerpoint/2010/main" val="257211060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60. Which of these measures should be automated on a regular basis and stored in geographically separate locations to allow for rapid recovery from disasters or failures?</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Backups</a:t>
            </a:r>
          </a:p>
          <a:p>
            <a:r>
              <a:rPr sz="1800" dirty="0"/>
              <a:t>Security patches</a:t>
            </a:r>
          </a:p>
          <a:p>
            <a:r>
              <a:rPr sz="1800" dirty="0"/>
              <a:t>Inventory data</a:t>
            </a:r>
          </a:p>
          <a:p>
            <a:r>
              <a:rPr sz="1800" dirty="0"/>
              <a:t>Log files</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60. Which of these measures should be automated on a regular basis and stored in geographically separate locations to allow for rapid recovery from disasters or failures?</a:t>
            </a:r>
          </a:p>
        </p:txBody>
      </p:sp>
      <p:sp>
        <p:nvSpPr>
          <p:cNvPr id="3" name="Content Placeholder 2"/>
          <p:cNvSpPr>
            <a:spLocks noGrp="1"/>
          </p:cNvSpPr>
          <p:nvPr>
            <p:ph idx="1"/>
          </p:nvPr>
        </p:nvSpPr>
        <p:spPr/>
        <p:txBody>
          <a:bodyPr/>
          <a:lstStyle/>
          <a:p>
            <a:r>
              <a:rPr sz="1800" b="1" dirty="0"/>
              <a:t>Backups</a:t>
            </a:r>
          </a:p>
          <a:p>
            <a:r>
              <a:rPr sz="1800" dirty="0"/>
              <a:t>Security patches</a:t>
            </a:r>
          </a:p>
          <a:p>
            <a:r>
              <a:rPr sz="1800" dirty="0"/>
              <a:t>Inventory data</a:t>
            </a:r>
          </a:p>
          <a:p>
            <a:r>
              <a:rPr sz="1800" dirty="0"/>
              <a:t>Log file</a:t>
            </a:r>
            <a:r>
              <a:rPr lang="en-US" sz="1800" dirty="0"/>
              <a:t>s</a:t>
            </a:r>
            <a:endParaRPr sz="1800" dirty="0"/>
          </a:p>
        </p:txBody>
      </p:sp>
    </p:spTree>
    <p:extLst>
      <p:ext uri="{BB962C8B-B14F-4D97-AF65-F5344CB8AC3E}">
        <p14:creationId xmlns:p14="http://schemas.microsoft.com/office/powerpoint/2010/main" val="424305042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61. Kaluza is an electric vehicle smart-charging solution. How does it use BigQuery and Looker Studio?</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It uses </a:t>
            </a:r>
            <a:r>
              <a:rPr sz="1800" dirty="0" err="1"/>
              <a:t>BigQuery</a:t>
            </a:r>
            <a:r>
              <a:rPr sz="1800" dirty="0"/>
              <a:t> and Looker Studio to build and deploy machine learning models.</a:t>
            </a:r>
          </a:p>
          <a:p>
            <a:r>
              <a:rPr sz="1800" dirty="0"/>
              <a:t>It uses </a:t>
            </a:r>
            <a:r>
              <a:rPr sz="1800" dirty="0" err="1"/>
              <a:t>BigQuery</a:t>
            </a:r>
            <a:r>
              <a:rPr sz="1800" dirty="0"/>
              <a:t> and Looker Studio to create dashboards that provide granular operational insights.</a:t>
            </a:r>
          </a:p>
          <a:p>
            <a:r>
              <a:rPr sz="1800" dirty="0"/>
              <a:t>It uses </a:t>
            </a:r>
            <a:r>
              <a:rPr sz="1800" dirty="0" err="1"/>
              <a:t>BigQuery</a:t>
            </a:r>
            <a:r>
              <a:rPr sz="1800" dirty="0"/>
              <a:t> and Looker Studio to containerize workloads.</a:t>
            </a:r>
          </a:p>
          <a:p>
            <a:r>
              <a:rPr sz="1800" dirty="0"/>
              <a:t>It uses </a:t>
            </a:r>
            <a:r>
              <a:rPr sz="1800" dirty="0" err="1"/>
              <a:t>BigQuery</a:t>
            </a:r>
            <a:r>
              <a:rPr sz="1800" dirty="0"/>
              <a:t> and Looker Studio to comply with government regulations.</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61. Kaluza is an electric vehicle smart-charging solution. How does it use BigQuery and Looker Studio?</a:t>
            </a:r>
          </a:p>
        </p:txBody>
      </p:sp>
      <p:sp>
        <p:nvSpPr>
          <p:cNvPr id="3" name="Content Placeholder 2"/>
          <p:cNvSpPr>
            <a:spLocks noGrp="1"/>
          </p:cNvSpPr>
          <p:nvPr>
            <p:ph idx="1"/>
          </p:nvPr>
        </p:nvSpPr>
        <p:spPr/>
        <p:txBody>
          <a:bodyPr/>
          <a:lstStyle/>
          <a:p>
            <a:r>
              <a:rPr sz="1800"/>
              <a:t>It uses BigQuery and Looker Studio to build and deploy machine learning models.</a:t>
            </a:r>
          </a:p>
          <a:p>
            <a:r>
              <a:rPr sz="1800" b="1"/>
              <a:t>It uses BigQuery and Looker Studio to create dashboards that provide granular operational insights.</a:t>
            </a:r>
          </a:p>
          <a:p>
            <a:r>
              <a:rPr sz="1800"/>
              <a:t>It uses BigQuery and Looker Studio to containerize workloads.</a:t>
            </a:r>
          </a:p>
          <a:p>
            <a:r>
              <a:rPr sz="1800"/>
              <a:t>It uses BigQuery and Looker Studio to comply with government regulations.</a:t>
            </a:r>
          </a:p>
        </p:txBody>
      </p:sp>
    </p:spTree>
    <p:extLst>
      <p:ext uri="{BB962C8B-B14F-4D97-AF65-F5344CB8AC3E}">
        <p14:creationId xmlns:p14="http://schemas.microsoft.com/office/powerpoint/2010/main" val="241963685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62. What sustainability goal does Google aim to achieve by the year 2030?</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To be the first major company to operate completely carbon free.</a:t>
            </a:r>
          </a:p>
          <a:p>
            <a:r>
              <a:rPr sz="1800" dirty="0"/>
              <a:t>To be the first major company to run its own wind farm.</a:t>
            </a:r>
          </a:p>
          <a:p>
            <a:r>
              <a:rPr sz="1800" dirty="0"/>
              <a:t>To be the first major company to be carbon neutral.</a:t>
            </a:r>
          </a:p>
          <a:p>
            <a:r>
              <a:rPr sz="1800" dirty="0"/>
              <a:t>To be the first major company to achieve 100% renewable energy.</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62. What sustainability goal does Google aim to achieve by the year 2030?</a:t>
            </a:r>
          </a:p>
        </p:txBody>
      </p:sp>
      <p:sp>
        <p:nvSpPr>
          <p:cNvPr id="3" name="Content Placeholder 2"/>
          <p:cNvSpPr>
            <a:spLocks noGrp="1"/>
          </p:cNvSpPr>
          <p:nvPr>
            <p:ph idx="1"/>
          </p:nvPr>
        </p:nvSpPr>
        <p:spPr/>
        <p:txBody>
          <a:bodyPr/>
          <a:lstStyle/>
          <a:p>
            <a:r>
              <a:rPr sz="1800" b="1"/>
              <a:t>To be the first major company to operate completely carbon free.</a:t>
            </a:r>
          </a:p>
          <a:p>
            <a:r>
              <a:rPr sz="1800"/>
              <a:t>To be the first major company to run its own wind farm.</a:t>
            </a:r>
          </a:p>
          <a:p>
            <a:r>
              <a:rPr sz="1800"/>
              <a:t>To be the first major company to be carbon neutral.</a:t>
            </a:r>
          </a:p>
          <a:p>
            <a:r>
              <a:rPr sz="1800"/>
              <a:t>To be the first major company to achieve 100% renewable energy.</a:t>
            </a:r>
          </a:p>
        </p:txBody>
      </p:sp>
    </p:spTree>
    <p:extLst>
      <p:ext uri="{BB962C8B-B14F-4D97-AF65-F5344CB8AC3E}">
        <p14:creationId xmlns:p14="http://schemas.microsoft.com/office/powerpoint/2010/main" val="295599093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63. Google's data centers were the first to achieve ISO 14001 certification. What is this standard’s purpose?</a:t>
            </a:r>
          </a:p>
        </p:txBody>
      </p:sp>
      <p:sp>
        <p:nvSpPr>
          <p:cNvPr id="3" name="Content Placeholder 2"/>
          <p:cNvSpPr>
            <a:spLocks noGrp="1"/>
          </p:cNvSpPr>
          <p:nvPr>
            <p:ph idx="1"/>
          </p:nvPr>
        </p:nvSpPr>
        <p:spPr>
          <a:noFill/>
        </p:spPr>
        <p:txBody>
          <a:bodyPr vert="horz" lIns="91440" tIns="45720" rIns="91440" bIns="45720" rtlCol="0">
            <a:normAutofit/>
          </a:bodyPr>
          <a:lstStyle/>
          <a:p>
            <a:r>
              <a:rPr sz="1800" dirty="0"/>
              <a:t>It’s a framework for sustainable procurement, which is the process of purchasing goods and services in a way that minimizes environmental and social impacts.</a:t>
            </a:r>
          </a:p>
          <a:p>
            <a:r>
              <a:rPr sz="1800" dirty="0"/>
              <a:t>It’s a framework for identifying, predicting, and evaluating the environmental impacts of a proposed project.</a:t>
            </a:r>
          </a:p>
          <a:p>
            <a:r>
              <a:rPr sz="1800" dirty="0"/>
              <a:t>It’s a framework for an organization to enhance its environmental performance through improving resource efficiency and reducing waste.</a:t>
            </a:r>
          </a:p>
          <a:p>
            <a:r>
              <a:rPr sz="1800" dirty="0"/>
              <a:t>It’s a framework for carbon </a:t>
            </a:r>
            <a:r>
              <a:rPr sz="1800" dirty="0" err="1"/>
              <a:t>footprinting</a:t>
            </a:r>
            <a:r>
              <a:rPr sz="1800" dirty="0"/>
              <a:t> that calculates the total amount of greenhouse gas emissions associated with a product, service, or organization.</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63. Google's data centers were the first to achieve ISO 14001 certification. What is this standard’s purpose?</a:t>
            </a:r>
          </a:p>
        </p:txBody>
      </p:sp>
      <p:sp>
        <p:nvSpPr>
          <p:cNvPr id="3" name="Content Placeholder 2"/>
          <p:cNvSpPr>
            <a:spLocks noGrp="1"/>
          </p:cNvSpPr>
          <p:nvPr>
            <p:ph idx="1"/>
          </p:nvPr>
        </p:nvSpPr>
        <p:spPr/>
        <p:txBody>
          <a:bodyPr/>
          <a:lstStyle/>
          <a:p>
            <a:r>
              <a:rPr sz="1800"/>
              <a:t>It’s a framework for sustainable procurement, which is the process of purchasing goods and services in a way that minimizes environmental and social impacts.</a:t>
            </a:r>
          </a:p>
          <a:p>
            <a:r>
              <a:rPr sz="1800"/>
              <a:t>It’s a framework for identifying, predicting, and evaluating the environmental impacts of a proposed project.</a:t>
            </a:r>
          </a:p>
          <a:p>
            <a:r>
              <a:rPr sz="1800" b="1"/>
              <a:t>It’s a framework for an organization to enhance its environmental performance through improving resource efficiency and reducing waste.</a:t>
            </a:r>
          </a:p>
          <a:p>
            <a:r>
              <a:rPr sz="1800"/>
              <a:t>It’s a framework for carbon footprinting that calculates the total amount of greenhouse gas emissions associated with a product, service, or organization.</a:t>
            </a:r>
          </a:p>
        </p:txBody>
      </p:sp>
    </p:spTree>
    <p:extLst>
      <p:ext uri="{BB962C8B-B14F-4D97-AF65-F5344CB8AC3E}">
        <p14:creationId xmlns:p14="http://schemas.microsoft.com/office/powerpoint/2010/main" val="167432385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14128-78B6-CAAF-0750-C802546D7E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231DF-8541-2E20-5EDC-2557A40D438D}"/>
              </a:ext>
            </a:extLst>
          </p:cNvPr>
          <p:cNvSpPr>
            <a:spLocks noGrp="1"/>
          </p:cNvSpPr>
          <p:nvPr>
            <p:ph type="title"/>
          </p:nvPr>
        </p:nvSpPr>
        <p:spPr/>
        <p:txBody>
          <a:bodyPr>
            <a:normAutofit/>
          </a:bodyPr>
          <a:lstStyle/>
          <a:p>
            <a:r>
              <a:rPr dirty="0"/>
              <a:t>64. </a:t>
            </a:r>
            <a:r>
              <a:rPr lang="en-US" dirty="0"/>
              <a:t>An organization has a new application, and user subscriptions are growing faster than on-premises infrastructure can handle. What benefit of the cloud might help them in this situation?</a:t>
            </a:r>
            <a:endParaRPr dirty="0"/>
          </a:p>
        </p:txBody>
      </p:sp>
      <p:sp>
        <p:nvSpPr>
          <p:cNvPr id="3" name="Content Placeholder 2">
            <a:extLst>
              <a:ext uri="{FF2B5EF4-FFF2-40B4-BE49-F238E27FC236}">
                <a16:creationId xmlns:a16="http://schemas.microsoft.com/office/drawing/2014/main" id="{3C7AD02A-166F-C720-8DF6-3C580E2A2C98}"/>
              </a:ext>
            </a:extLst>
          </p:cNvPr>
          <p:cNvSpPr>
            <a:spLocks noGrp="1"/>
          </p:cNvSpPr>
          <p:nvPr>
            <p:ph idx="1"/>
          </p:nvPr>
        </p:nvSpPr>
        <p:spPr/>
        <p:txBody>
          <a:bodyPr/>
          <a:lstStyle/>
          <a:p>
            <a:endParaRPr lang="en-US" sz="1800" dirty="0"/>
          </a:p>
          <a:p>
            <a:r>
              <a:rPr lang="en-US" sz="1800" dirty="0"/>
              <a:t>It's cost effective, so the organization will no longer have to pay for computing once the app is in the cloud.</a:t>
            </a:r>
          </a:p>
          <a:p>
            <a:r>
              <a:rPr lang="en-US" sz="1800" dirty="0"/>
              <a:t>It's scalable, so the organization could shorten their infrastructure deployment time.</a:t>
            </a:r>
          </a:p>
          <a:p>
            <a:r>
              <a:rPr lang="en-US" sz="1800" dirty="0"/>
              <a:t>It provides physical access, so the organization can deploy servers faster.</a:t>
            </a:r>
          </a:p>
          <a:p>
            <a:r>
              <a:rPr lang="en-US" sz="1800" dirty="0"/>
              <a:t>It's secure, so the organization won't have to worry about the new subscribers data.</a:t>
            </a:r>
            <a:endParaRPr sz="1800" dirty="0"/>
          </a:p>
        </p:txBody>
      </p:sp>
    </p:spTree>
    <p:extLst>
      <p:ext uri="{BB962C8B-B14F-4D97-AF65-F5344CB8AC3E}">
        <p14:creationId xmlns:p14="http://schemas.microsoft.com/office/powerpoint/2010/main" val="415143886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429EE-62CF-3DF1-A91F-D5AD7600DC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F5A8AB-B7C8-B364-A8DD-9D3D818374DC}"/>
              </a:ext>
            </a:extLst>
          </p:cNvPr>
          <p:cNvSpPr>
            <a:spLocks noGrp="1"/>
          </p:cNvSpPr>
          <p:nvPr>
            <p:ph type="title"/>
          </p:nvPr>
        </p:nvSpPr>
        <p:spPr/>
        <p:txBody>
          <a:bodyPr>
            <a:normAutofit/>
          </a:bodyPr>
          <a:lstStyle/>
          <a:p>
            <a:r>
              <a:rPr dirty="0"/>
              <a:t>64. </a:t>
            </a:r>
            <a:r>
              <a:rPr lang="en-US" dirty="0"/>
              <a:t>An organization has a new application, and user subscriptions are growing faster than on-premises infrastructure can handle. What benefit of the cloud might help them in this situation?</a:t>
            </a:r>
            <a:endParaRPr dirty="0"/>
          </a:p>
        </p:txBody>
      </p:sp>
      <p:sp>
        <p:nvSpPr>
          <p:cNvPr id="3" name="Content Placeholder 2">
            <a:extLst>
              <a:ext uri="{FF2B5EF4-FFF2-40B4-BE49-F238E27FC236}">
                <a16:creationId xmlns:a16="http://schemas.microsoft.com/office/drawing/2014/main" id="{39EED99B-3DE9-C5F1-2843-AE4EF4150ECD}"/>
              </a:ext>
            </a:extLst>
          </p:cNvPr>
          <p:cNvSpPr>
            <a:spLocks noGrp="1"/>
          </p:cNvSpPr>
          <p:nvPr>
            <p:ph idx="1"/>
          </p:nvPr>
        </p:nvSpPr>
        <p:spPr/>
        <p:txBody>
          <a:bodyPr/>
          <a:lstStyle/>
          <a:p>
            <a:endParaRPr lang="en-US" sz="1800" dirty="0"/>
          </a:p>
          <a:p>
            <a:r>
              <a:rPr lang="en-US" sz="1800" b="1" dirty="0"/>
              <a:t>It's cost effective, so the organization will no longer have to pay for computing once the app is in the cloud.</a:t>
            </a:r>
          </a:p>
          <a:p>
            <a:r>
              <a:rPr lang="en-US" sz="1800" dirty="0"/>
              <a:t>It's scalable, so the organization could shorten their infrastructure deployment time.</a:t>
            </a:r>
          </a:p>
          <a:p>
            <a:r>
              <a:rPr lang="en-US" sz="1800" dirty="0"/>
              <a:t>It provides physical access, so the organization can deploy servers faster.</a:t>
            </a:r>
          </a:p>
          <a:p>
            <a:r>
              <a:rPr lang="en-US" sz="1800" dirty="0"/>
              <a:t>It's secure, so the organization won't have to worry about the new subscribers data.</a:t>
            </a:r>
            <a:endParaRPr sz="1800" dirty="0"/>
          </a:p>
        </p:txBody>
      </p:sp>
    </p:spTree>
    <p:extLst>
      <p:ext uri="{BB962C8B-B14F-4D97-AF65-F5344CB8AC3E}">
        <p14:creationId xmlns:p14="http://schemas.microsoft.com/office/powerpoint/2010/main" val="258579803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AB958-B778-B7D0-6F0D-C55B552DAC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9D0EF-B600-607F-7050-7E6F36191DBB}"/>
              </a:ext>
            </a:extLst>
          </p:cNvPr>
          <p:cNvSpPr>
            <a:spLocks noGrp="1"/>
          </p:cNvSpPr>
          <p:nvPr>
            <p:ph type="title"/>
          </p:nvPr>
        </p:nvSpPr>
        <p:spPr/>
        <p:txBody>
          <a:bodyPr>
            <a:normAutofit/>
          </a:bodyPr>
          <a:lstStyle/>
          <a:p>
            <a:r>
              <a:rPr dirty="0"/>
              <a:t>65. </a:t>
            </a:r>
            <a:r>
              <a:rPr lang="en-US" dirty="0"/>
              <a:t>An organization has made significant investments in their own infrastructure and has regulatory requirements for their data to be hosted on-premises. Which cloud implementation would best suit their needs?</a:t>
            </a:r>
            <a:endParaRPr dirty="0"/>
          </a:p>
        </p:txBody>
      </p:sp>
      <p:sp>
        <p:nvSpPr>
          <p:cNvPr id="3" name="Content Placeholder 2">
            <a:extLst>
              <a:ext uri="{FF2B5EF4-FFF2-40B4-BE49-F238E27FC236}">
                <a16:creationId xmlns:a16="http://schemas.microsoft.com/office/drawing/2014/main" id="{837078AA-F02C-10F9-B590-D9F733E314D2}"/>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Software as a service</a:t>
            </a:r>
          </a:p>
          <a:p>
            <a:r>
              <a:rPr lang="en-US" sz="1800" dirty="0"/>
              <a:t>Public Cloud</a:t>
            </a:r>
          </a:p>
          <a:p>
            <a:r>
              <a:rPr lang="en-US" sz="1800" dirty="0"/>
              <a:t>Private Cloud</a:t>
            </a:r>
          </a:p>
          <a:p>
            <a:r>
              <a:rPr lang="en-US" sz="1800" dirty="0"/>
              <a:t>Platform as a service</a:t>
            </a:r>
            <a:endParaRPr sz="1800" dirty="0"/>
          </a:p>
        </p:txBody>
      </p:sp>
    </p:spTree>
    <p:extLst>
      <p:ext uri="{BB962C8B-B14F-4D97-AF65-F5344CB8AC3E}">
        <p14:creationId xmlns:p14="http://schemas.microsoft.com/office/powerpoint/2010/main" val="281498301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AB958-B778-B7D0-6F0D-C55B552DAC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9D0EF-B600-607F-7050-7E6F36191DBB}"/>
              </a:ext>
            </a:extLst>
          </p:cNvPr>
          <p:cNvSpPr>
            <a:spLocks noGrp="1"/>
          </p:cNvSpPr>
          <p:nvPr>
            <p:ph type="title"/>
          </p:nvPr>
        </p:nvSpPr>
        <p:spPr/>
        <p:txBody>
          <a:bodyPr>
            <a:normAutofit/>
          </a:bodyPr>
          <a:lstStyle/>
          <a:p>
            <a:r>
              <a:rPr dirty="0"/>
              <a:t>65. </a:t>
            </a:r>
            <a:r>
              <a:rPr lang="en-US" dirty="0"/>
              <a:t>An organization has made significant investments in their own infrastructure and has regulatory requirements for their data to be hosted on-premises. Which cloud implementation would best suit their needs?</a:t>
            </a:r>
            <a:endParaRPr dirty="0"/>
          </a:p>
        </p:txBody>
      </p:sp>
      <p:sp>
        <p:nvSpPr>
          <p:cNvPr id="3" name="Content Placeholder 2">
            <a:extLst>
              <a:ext uri="{FF2B5EF4-FFF2-40B4-BE49-F238E27FC236}">
                <a16:creationId xmlns:a16="http://schemas.microsoft.com/office/drawing/2014/main" id="{837078AA-F02C-10F9-B590-D9F733E314D2}"/>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Software as a service</a:t>
            </a:r>
          </a:p>
          <a:p>
            <a:r>
              <a:rPr lang="en-US" sz="1800" dirty="0"/>
              <a:t>Public Cloud</a:t>
            </a:r>
          </a:p>
          <a:p>
            <a:r>
              <a:rPr lang="en-US" sz="1800" b="1" dirty="0"/>
              <a:t>Private Cloud</a:t>
            </a:r>
          </a:p>
          <a:p>
            <a:r>
              <a:rPr lang="en-US" sz="1800" dirty="0"/>
              <a:t>Platform as a service</a:t>
            </a:r>
            <a:endParaRPr sz="1800" dirty="0"/>
          </a:p>
        </p:txBody>
      </p:sp>
    </p:spTree>
    <p:extLst>
      <p:ext uri="{BB962C8B-B14F-4D97-AF65-F5344CB8AC3E}">
        <p14:creationId xmlns:p14="http://schemas.microsoft.com/office/powerpoint/2010/main" val="96727548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AB958-B778-B7D0-6F0D-C55B552DAC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9D0EF-B600-607F-7050-7E6F36191DBB}"/>
              </a:ext>
            </a:extLst>
          </p:cNvPr>
          <p:cNvSpPr>
            <a:spLocks noGrp="1"/>
          </p:cNvSpPr>
          <p:nvPr>
            <p:ph type="title"/>
          </p:nvPr>
        </p:nvSpPr>
        <p:spPr/>
        <p:txBody>
          <a:bodyPr>
            <a:normAutofit/>
          </a:bodyPr>
          <a:lstStyle/>
          <a:p>
            <a:r>
              <a:rPr dirty="0"/>
              <a:t>66. </a:t>
            </a:r>
            <a:r>
              <a:rPr lang="en-US" dirty="0"/>
              <a:t>What is the benefit of implementing a transformation cloud that is based on open infrastructure?</a:t>
            </a:r>
            <a:endParaRPr dirty="0"/>
          </a:p>
        </p:txBody>
      </p:sp>
      <p:sp>
        <p:nvSpPr>
          <p:cNvPr id="3" name="Content Placeholder 2">
            <a:extLst>
              <a:ext uri="{FF2B5EF4-FFF2-40B4-BE49-F238E27FC236}">
                <a16:creationId xmlns:a16="http://schemas.microsoft.com/office/drawing/2014/main" id="{837078AA-F02C-10F9-B590-D9F733E314D2}"/>
              </a:ext>
            </a:extLst>
          </p:cNvPr>
          <p:cNvSpPr>
            <a:spLocks noGrp="1"/>
          </p:cNvSpPr>
          <p:nvPr>
            <p:ph idx="1"/>
          </p:nvPr>
        </p:nvSpPr>
        <p:spPr>
          <a:noFill/>
        </p:spPr>
        <p:txBody>
          <a:bodyPr vert="horz" lIns="91440" tIns="45720" rIns="91440" bIns="45720" rtlCol="0">
            <a:normAutofit/>
          </a:bodyPr>
          <a:lstStyle/>
          <a:p>
            <a:r>
              <a:rPr lang="en-US" sz="1800" dirty="0"/>
              <a:t>Open source software makes it easier to patent proprietary software.</a:t>
            </a:r>
          </a:p>
          <a:p>
            <a:r>
              <a:rPr lang="en-US" sz="1800" dirty="0"/>
              <a:t>Open standards make it easier to hire more developers.</a:t>
            </a:r>
          </a:p>
          <a:p>
            <a:r>
              <a:rPr lang="en-US" sz="1800" dirty="0"/>
              <a:t>Open source software reduces the chance of vendor lock-in.</a:t>
            </a:r>
          </a:p>
          <a:p>
            <a:r>
              <a:rPr lang="en-US" sz="1800" dirty="0"/>
              <a:t>On-premises software isn't open source, so cloud applications are more portable.</a:t>
            </a:r>
            <a:endParaRPr sz="1800" dirty="0"/>
          </a:p>
        </p:txBody>
      </p:sp>
    </p:spTree>
    <p:extLst>
      <p:ext uri="{BB962C8B-B14F-4D97-AF65-F5344CB8AC3E}">
        <p14:creationId xmlns:p14="http://schemas.microsoft.com/office/powerpoint/2010/main" val="54757967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AB958-B778-B7D0-6F0D-C55B552DAC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9D0EF-B600-607F-7050-7E6F36191DBB}"/>
              </a:ext>
            </a:extLst>
          </p:cNvPr>
          <p:cNvSpPr>
            <a:spLocks noGrp="1"/>
          </p:cNvSpPr>
          <p:nvPr>
            <p:ph type="title"/>
          </p:nvPr>
        </p:nvSpPr>
        <p:spPr/>
        <p:txBody>
          <a:bodyPr>
            <a:normAutofit/>
          </a:bodyPr>
          <a:lstStyle/>
          <a:p>
            <a:r>
              <a:rPr dirty="0"/>
              <a:t>66. </a:t>
            </a:r>
            <a:r>
              <a:rPr lang="en-US" dirty="0"/>
              <a:t>What is the benefit of implementing a transformation cloud that is based on open infrastructure?</a:t>
            </a:r>
            <a:endParaRPr dirty="0"/>
          </a:p>
        </p:txBody>
      </p:sp>
      <p:sp>
        <p:nvSpPr>
          <p:cNvPr id="3" name="Content Placeholder 2">
            <a:extLst>
              <a:ext uri="{FF2B5EF4-FFF2-40B4-BE49-F238E27FC236}">
                <a16:creationId xmlns:a16="http://schemas.microsoft.com/office/drawing/2014/main" id="{837078AA-F02C-10F9-B590-D9F733E314D2}"/>
              </a:ext>
            </a:extLst>
          </p:cNvPr>
          <p:cNvSpPr>
            <a:spLocks noGrp="1"/>
          </p:cNvSpPr>
          <p:nvPr>
            <p:ph idx="1"/>
          </p:nvPr>
        </p:nvSpPr>
        <p:spPr>
          <a:noFill/>
        </p:spPr>
        <p:txBody>
          <a:bodyPr vert="horz" lIns="91440" tIns="45720" rIns="91440" bIns="45720" rtlCol="0">
            <a:normAutofit/>
          </a:bodyPr>
          <a:lstStyle/>
          <a:p>
            <a:r>
              <a:rPr lang="en-US" sz="1800" dirty="0"/>
              <a:t>Open source software makes it easier to patent proprietary software.</a:t>
            </a:r>
          </a:p>
          <a:p>
            <a:r>
              <a:rPr lang="en-US" sz="1800" dirty="0"/>
              <a:t>Open standards make it easier to hire more developers.</a:t>
            </a:r>
          </a:p>
          <a:p>
            <a:r>
              <a:rPr lang="en-US" sz="1800" b="1" dirty="0"/>
              <a:t>Open source software reduces the chance of vendor lock-in.</a:t>
            </a:r>
          </a:p>
          <a:p>
            <a:r>
              <a:rPr lang="en-US" sz="1800" dirty="0"/>
              <a:t>On-premises software isn't open source, so cloud applications are more portable.</a:t>
            </a:r>
            <a:endParaRPr sz="1800" dirty="0"/>
          </a:p>
        </p:txBody>
      </p:sp>
    </p:spTree>
    <p:extLst>
      <p:ext uri="{BB962C8B-B14F-4D97-AF65-F5344CB8AC3E}">
        <p14:creationId xmlns:p14="http://schemas.microsoft.com/office/powerpoint/2010/main" val="380797053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AB958-B778-B7D0-6F0D-C55B552DAC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9D0EF-B600-607F-7050-7E6F36191DBB}"/>
              </a:ext>
            </a:extLst>
          </p:cNvPr>
          <p:cNvSpPr>
            <a:spLocks noGrp="1"/>
          </p:cNvSpPr>
          <p:nvPr>
            <p:ph type="title"/>
          </p:nvPr>
        </p:nvSpPr>
        <p:spPr/>
        <p:txBody>
          <a:bodyPr>
            <a:normAutofit/>
          </a:bodyPr>
          <a:lstStyle/>
          <a:p>
            <a:r>
              <a:rPr dirty="0"/>
              <a:t>67. </a:t>
            </a:r>
            <a:r>
              <a:rPr lang="en-US" dirty="0"/>
              <a:t>Select the two capabilities that form the basis of a transformation cloud?</a:t>
            </a:r>
            <a:endParaRPr dirty="0"/>
          </a:p>
        </p:txBody>
      </p:sp>
      <p:sp>
        <p:nvSpPr>
          <p:cNvPr id="3" name="Content Placeholder 2">
            <a:extLst>
              <a:ext uri="{FF2B5EF4-FFF2-40B4-BE49-F238E27FC236}">
                <a16:creationId xmlns:a16="http://schemas.microsoft.com/office/drawing/2014/main" id="{837078AA-F02C-10F9-B590-D9F733E314D2}"/>
              </a:ext>
            </a:extLst>
          </p:cNvPr>
          <p:cNvSpPr>
            <a:spLocks noGrp="1"/>
          </p:cNvSpPr>
          <p:nvPr>
            <p:ph idx="1"/>
          </p:nvPr>
        </p:nvSpPr>
        <p:spPr>
          <a:noFill/>
        </p:spPr>
        <p:txBody>
          <a:bodyPr vert="horz" lIns="91440" tIns="45720" rIns="91440" bIns="45720" rtlCol="0">
            <a:normAutofit/>
          </a:bodyPr>
          <a:lstStyle/>
          <a:p>
            <a:r>
              <a:rPr lang="en-US" sz="1800" dirty="0"/>
              <a:t>Sustainable cloud ensures the costs of cloud resources are controlled to prevent budget overrun.</a:t>
            </a:r>
          </a:p>
          <a:p>
            <a:r>
              <a:rPr lang="en-US" sz="1800" dirty="0"/>
              <a:t>A trusted cloud gives control of all resources to the user to ensure high availability at all times.</a:t>
            </a:r>
          </a:p>
          <a:p>
            <a:r>
              <a:rPr lang="en-US" sz="1800" dirty="0"/>
              <a:t>Data cloud provides a unified solution to manage data across the entire data lifecycle.</a:t>
            </a:r>
          </a:p>
          <a:p>
            <a:r>
              <a:rPr lang="en-US" sz="1800" dirty="0"/>
              <a:t>Open infrastructure gives the freedom to innovate by buying cheaper more hardware and software.</a:t>
            </a:r>
            <a:endParaRPr sz="1800" dirty="0"/>
          </a:p>
        </p:txBody>
      </p:sp>
    </p:spTree>
    <p:extLst>
      <p:ext uri="{BB962C8B-B14F-4D97-AF65-F5344CB8AC3E}">
        <p14:creationId xmlns:p14="http://schemas.microsoft.com/office/powerpoint/2010/main" val="55649257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933A3-DF24-4984-169B-9457C43706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AAF46D-E6A7-B7D6-F802-D5DD8E8CB167}"/>
              </a:ext>
            </a:extLst>
          </p:cNvPr>
          <p:cNvSpPr>
            <a:spLocks noGrp="1"/>
          </p:cNvSpPr>
          <p:nvPr>
            <p:ph type="title"/>
          </p:nvPr>
        </p:nvSpPr>
        <p:spPr/>
        <p:txBody>
          <a:bodyPr>
            <a:normAutofit/>
          </a:bodyPr>
          <a:lstStyle/>
          <a:p>
            <a:r>
              <a:rPr dirty="0"/>
              <a:t>67. </a:t>
            </a:r>
            <a:r>
              <a:rPr lang="en-US" dirty="0"/>
              <a:t>Select the two capabilities that form the basis of a transformation cloud?</a:t>
            </a:r>
            <a:endParaRPr dirty="0"/>
          </a:p>
        </p:txBody>
      </p:sp>
      <p:sp>
        <p:nvSpPr>
          <p:cNvPr id="3" name="Content Placeholder 2">
            <a:extLst>
              <a:ext uri="{FF2B5EF4-FFF2-40B4-BE49-F238E27FC236}">
                <a16:creationId xmlns:a16="http://schemas.microsoft.com/office/drawing/2014/main" id="{7A56823E-855B-FE1C-13BA-CE88DDEAD38E}"/>
              </a:ext>
            </a:extLst>
          </p:cNvPr>
          <p:cNvSpPr>
            <a:spLocks noGrp="1"/>
          </p:cNvSpPr>
          <p:nvPr>
            <p:ph idx="1"/>
          </p:nvPr>
        </p:nvSpPr>
        <p:spPr>
          <a:noFill/>
        </p:spPr>
        <p:txBody>
          <a:bodyPr vert="horz" lIns="91440" tIns="45720" rIns="91440" bIns="45720" rtlCol="0">
            <a:normAutofit/>
          </a:bodyPr>
          <a:lstStyle/>
          <a:p>
            <a:r>
              <a:rPr lang="en-US" sz="1800" dirty="0"/>
              <a:t>Sustainable cloud ensures the costs of cloud resources are controlled to prevent budget overrun.</a:t>
            </a:r>
          </a:p>
          <a:p>
            <a:r>
              <a:rPr lang="en-US" sz="1800" dirty="0"/>
              <a:t>A trusted cloud gives control of all resources to the user to ensure high availability at all times.</a:t>
            </a:r>
          </a:p>
          <a:p>
            <a:r>
              <a:rPr lang="en-US" sz="1800" b="1" dirty="0"/>
              <a:t>Data cloud provides a unified solution to manage data across the entire data lifecycle.</a:t>
            </a:r>
          </a:p>
          <a:p>
            <a:r>
              <a:rPr lang="en-US" sz="1800" dirty="0"/>
              <a:t>Open infrastructure gives the freedom to innovate by buying cheaper more hardware and software.</a:t>
            </a:r>
            <a:endParaRPr sz="1800" dirty="0"/>
          </a:p>
        </p:txBody>
      </p:sp>
    </p:spTree>
    <p:extLst>
      <p:ext uri="{BB962C8B-B14F-4D97-AF65-F5344CB8AC3E}">
        <p14:creationId xmlns:p14="http://schemas.microsoft.com/office/powerpoint/2010/main" val="168856586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8B641-652A-A770-747E-C869F6023C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C70857-55EF-7641-C497-205551B05FB2}"/>
              </a:ext>
            </a:extLst>
          </p:cNvPr>
          <p:cNvSpPr>
            <a:spLocks noGrp="1"/>
          </p:cNvSpPr>
          <p:nvPr>
            <p:ph type="title"/>
          </p:nvPr>
        </p:nvSpPr>
        <p:spPr/>
        <p:txBody>
          <a:bodyPr>
            <a:normAutofit/>
          </a:bodyPr>
          <a:lstStyle/>
          <a:p>
            <a:r>
              <a:rPr dirty="0"/>
              <a:t>68. </a:t>
            </a:r>
            <a:r>
              <a:rPr lang="en-US" dirty="0"/>
              <a:t>As the world and business changes, organizations have to decide between embracing new technology and transforming, or keeping their technology and approaches the same. What risks might an organization face by not transforming as their market evolves?</a:t>
            </a:r>
            <a:r>
              <a:rPr dirty="0"/>
              <a:t> </a:t>
            </a:r>
          </a:p>
        </p:txBody>
      </p:sp>
      <p:sp>
        <p:nvSpPr>
          <p:cNvPr id="3" name="Content Placeholder 2">
            <a:extLst>
              <a:ext uri="{FF2B5EF4-FFF2-40B4-BE49-F238E27FC236}">
                <a16:creationId xmlns:a16="http://schemas.microsoft.com/office/drawing/2014/main" id="{A6063AC4-00C5-2F65-E15C-43404EE24987}"/>
              </a:ext>
            </a:extLst>
          </p:cNvPr>
          <p:cNvSpPr>
            <a:spLocks noGrp="1"/>
          </p:cNvSpPr>
          <p:nvPr>
            <p:ph idx="1"/>
          </p:nvPr>
        </p:nvSpPr>
        <p:spPr>
          <a:noFill/>
        </p:spPr>
        <p:txBody>
          <a:bodyPr vert="horz" lIns="91440" tIns="45720" rIns="91440" bIns="45720" rtlCol="0">
            <a:normAutofit/>
          </a:bodyPr>
          <a:lstStyle/>
          <a:p>
            <a:r>
              <a:rPr lang="en-US" sz="1800" dirty="0"/>
              <a:t>Organizations risk losing market leadership if they spend too much time on digital transformation.</a:t>
            </a:r>
          </a:p>
          <a:p>
            <a:r>
              <a:rPr lang="en-US" sz="1800" dirty="0"/>
              <a:t>Embracing new technology can cause organizations to overspend on innovation.</a:t>
            </a:r>
          </a:p>
          <a:p>
            <a:r>
              <a:rPr lang="en-US" sz="1800" dirty="0"/>
              <a:t>Focusing on ‘why’ they operate can lead to inefficient use of resources and disruption.</a:t>
            </a:r>
          </a:p>
          <a:p>
            <a:r>
              <a:rPr lang="en-US" sz="1800" dirty="0"/>
              <a:t>Focusing on ‘how’ they operate can prevent organizations from seeing transformation opportunities.</a:t>
            </a:r>
            <a:endParaRPr sz="1800" dirty="0"/>
          </a:p>
        </p:txBody>
      </p:sp>
    </p:spTree>
    <p:extLst>
      <p:ext uri="{BB962C8B-B14F-4D97-AF65-F5344CB8AC3E}">
        <p14:creationId xmlns:p14="http://schemas.microsoft.com/office/powerpoint/2010/main" val="60948689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8B641-652A-A770-747E-C869F6023C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C70857-55EF-7641-C497-205551B05FB2}"/>
              </a:ext>
            </a:extLst>
          </p:cNvPr>
          <p:cNvSpPr>
            <a:spLocks noGrp="1"/>
          </p:cNvSpPr>
          <p:nvPr>
            <p:ph type="title"/>
          </p:nvPr>
        </p:nvSpPr>
        <p:spPr/>
        <p:txBody>
          <a:bodyPr>
            <a:normAutofit/>
          </a:bodyPr>
          <a:lstStyle/>
          <a:p>
            <a:r>
              <a:rPr dirty="0"/>
              <a:t>68. </a:t>
            </a:r>
            <a:r>
              <a:rPr lang="en-US" dirty="0"/>
              <a:t>As the world and business changes, organizations have to decide between embracing new technology and transforming, or keeping their technology and approaches the same. What risks might an organization face by not transforming as their market evolves?</a:t>
            </a:r>
            <a:r>
              <a:rPr dirty="0"/>
              <a:t> </a:t>
            </a:r>
          </a:p>
        </p:txBody>
      </p:sp>
      <p:sp>
        <p:nvSpPr>
          <p:cNvPr id="3" name="Content Placeholder 2">
            <a:extLst>
              <a:ext uri="{FF2B5EF4-FFF2-40B4-BE49-F238E27FC236}">
                <a16:creationId xmlns:a16="http://schemas.microsoft.com/office/drawing/2014/main" id="{A6063AC4-00C5-2F65-E15C-43404EE24987}"/>
              </a:ext>
            </a:extLst>
          </p:cNvPr>
          <p:cNvSpPr>
            <a:spLocks noGrp="1"/>
          </p:cNvSpPr>
          <p:nvPr>
            <p:ph idx="1"/>
          </p:nvPr>
        </p:nvSpPr>
        <p:spPr>
          <a:noFill/>
        </p:spPr>
        <p:txBody>
          <a:bodyPr vert="horz" lIns="91440" tIns="45720" rIns="91440" bIns="45720" rtlCol="0">
            <a:normAutofit/>
          </a:bodyPr>
          <a:lstStyle/>
          <a:p>
            <a:r>
              <a:rPr lang="en-US" sz="1800" dirty="0"/>
              <a:t>Organizations risk losing market leadership if they spend too much time on digital transformation.</a:t>
            </a:r>
          </a:p>
          <a:p>
            <a:r>
              <a:rPr lang="en-US" sz="1800" dirty="0"/>
              <a:t>Embracing new technology can cause organizations to overspend on innovation.</a:t>
            </a:r>
          </a:p>
          <a:p>
            <a:r>
              <a:rPr lang="en-US" sz="1800" dirty="0"/>
              <a:t>Focusing on ‘why’ they operate can lead to inefficient use of resources and disruption.</a:t>
            </a:r>
          </a:p>
          <a:p>
            <a:r>
              <a:rPr lang="en-US" sz="1800" b="1" dirty="0"/>
              <a:t>Focusing on ‘how’ they operate can prevent organizations from seeing transformation opportunities.</a:t>
            </a:r>
            <a:endParaRPr sz="1800" b="1" dirty="0"/>
          </a:p>
        </p:txBody>
      </p:sp>
    </p:spTree>
    <p:extLst>
      <p:ext uri="{BB962C8B-B14F-4D97-AF65-F5344CB8AC3E}">
        <p14:creationId xmlns:p14="http://schemas.microsoft.com/office/powerpoint/2010/main" val="172714156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A0299-4F91-FDF7-EE09-E7453DF7D3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D30F4C-CD2E-3024-B8CF-4F245C065386}"/>
              </a:ext>
            </a:extLst>
          </p:cNvPr>
          <p:cNvSpPr>
            <a:spLocks noGrp="1"/>
          </p:cNvSpPr>
          <p:nvPr>
            <p:ph type="title"/>
          </p:nvPr>
        </p:nvSpPr>
        <p:spPr/>
        <p:txBody>
          <a:bodyPr>
            <a:normAutofit/>
          </a:bodyPr>
          <a:lstStyle/>
          <a:p>
            <a:r>
              <a:rPr dirty="0"/>
              <a:t>69. </a:t>
            </a:r>
            <a:r>
              <a:rPr lang="en-US" dirty="0"/>
              <a:t>What is seen as a limitation of on-premises infrastructure, when compared to cloud infrastructure?</a:t>
            </a:r>
            <a:r>
              <a:rPr dirty="0"/>
              <a:t>  </a:t>
            </a:r>
          </a:p>
        </p:txBody>
      </p:sp>
      <p:sp>
        <p:nvSpPr>
          <p:cNvPr id="3" name="Content Placeholder 2">
            <a:extLst>
              <a:ext uri="{FF2B5EF4-FFF2-40B4-BE49-F238E27FC236}">
                <a16:creationId xmlns:a16="http://schemas.microsoft.com/office/drawing/2014/main" id="{9BB708F4-E51A-428E-5EA8-BAA7613D7638}"/>
              </a:ext>
            </a:extLst>
          </p:cNvPr>
          <p:cNvSpPr>
            <a:spLocks noGrp="1"/>
          </p:cNvSpPr>
          <p:nvPr>
            <p:ph idx="1"/>
          </p:nvPr>
        </p:nvSpPr>
        <p:spPr>
          <a:noFill/>
        </p:spPr>
        <p:txBody>
          <a:bodyPr vert="horz" lIns="91440" tIns="45720" rIns="91440" bIns="45720" rtlCol="0">
            <a:normAutofit/>
          </a:bodyPr>
          <a:lstStyle/>
          <a:p>
            <a:r>
              <a:rPr lang="en-US" sz="1800" dirty="0"/>
              <a:t>Maintenance workers do not have physical access to the servers.</a:t>
            </a:r>
          </a:p>
          <a:p>
            <a:r>
              <a:rPr lang="en-US" sz="1800" dirty="0"/>
              <a:t>Scaling processing is too difficult due to power consumption.</a:t>
            </a:r>
          </a:p>
          <a:p>
            <a:r>
              <a:rPr lang="en-US" sz="1800" dirty="0"/>
              <a:t>The on-premises networking is more complicated.</a:t>
            </a:r>
          </a:p>
          <a:p>
            <a:r>
              <a:rPr lang="en-US" sz="1800" dirty="0"/>
              <a:t>The on-premises hardware procurement process can take a long time.</a:t>
            </a:r>
            <a:endParaRPr sz="1800" dirty="0"/>
          </a:p>
        </p:txBody>
      </p:sp>
    </p:spTree>
    <p:extLst>
      <p:ext uri="{BB962C8B-B14F-4D97-AF65-F5344CB8AC3E}">
        <p14:creationId xmlns:p14="http://schemas.microsoft.com/office/powerpoint/2010/main" val="237124565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A0299-4F91-FDF7-EE09-E7453DF7D3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D30F4C-CD2E-3024-B8CF-4F245C065386}"/>
              </a:ext>
            </a:extLst>
          </p:cNvPr>
          <p:cNvSpPr>
            <a:spLocks noGrp="1"/>
          </p:cNvSpPr>
          <p:nvPr>
            <p:ph type="title"/>
          </p:nvPr>
        </p:nvSpPr>
        <p:spPr/>
        <p:txBody>
          <a:bodyPr>
            <a:normAutofit/>
          </a:bodyPr>
          <a:lstStyle/>
          <a:p>
            <a:r>
              <a:rPr dirty="0"/>
              <a:t>69. </a:t>
            </a:r>
            <a:r>
              <a:rPr lang="en-US" dirty="0"/>
              <a:t>What is seen as a limitation of on-premises infrastructure, when compared to cloud infrastructure?</a:t>
            </a:r>
            <a:r>
              <a:rPr dirty="0"/>
              <a:t>  </a:t>
            </a:r>
          </a:p>
        </p:txBody>
      </p:sp>
      <p:sp>
        <p:nvSpPr>
          <p:cNvPr id="3" name="Content Placeholder 2">
            <a:extLst>
              <a:ext uri="{FF2B5EF4-FFF2-40B4-BE49-F238E27FC236}">
                <a16:creationId xmlns:a16="http://schemas.microsoft.com/office/drawing/2014/main" id="{9BB708F4-E51A-428E-5EA8-BAA7613D7638}"/>
              </a:ext>
            </a:extLst>
          </p:cNvPr>
          <p:cNvSpPr>
            <a:spLocks noGrp="1"/>
          </p:cNvSpPr>
          <p:nvPr>
            <p:ph idx="1"/>
          </p:nvPr>
        </p:nvSpPr>
        <p:spPr>
          <a:noFill/>
        </p:spPr>
        <p:txBody>
          <a:bodyPr vert="horz" lIns="91440" tIns="45720" rIns="91440" bIns="45720" rtlCol="0">
            <a:normAutofit/>
          </a:bodyPr>
          <a:lstStyle/>
          <a:p>
            <a:r>
              <a:rPr lang="en-US" sz="1800" dirty="0"/>
              <a:t>Maintenance workers do not have physical access to the servers.</a:t>
            </a:r>
          </a:p>
          <a:p>
            <a:r>
              <a:rPr lang="en-US" sz="1800" dirty="0"/>
              <a:t>Scaling processing is too difficult due to power consumption.</a:t>
            </a:r>
          </a:p>
          <a:p>
            <a:r>
              <a:rPr lang="en-US" sz="1800" dirty="0"/>
              <a:t>The on-premises networking is more complicated.</a:t>
            </a:r>
          </a:p>
          <a:p>
            <a:r>
              <a:rPr lang="en-US" sz="1800" b="1" dirty="0"/>
              <a:t>The on-premises hardware procurement process can take a long time.</a:t>
            </a:r>
            <a:endParaRPr sz="1800" b="1" dirty="0"/>
          </a:p>
        </p:txBody>
      </p:sp>
    </p:spTree>
    <p:extLst>
      <p:ext uri="{BB962C8B-B14F-4D97-AF65-F5344CB8AC3E}">
        <p14:creationId xmlns:p14="http://schemas.microsoft.com/office/powerpoint/2010/main" val="366049387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FECE-A03B-86EF-8691-0064B33FC3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203C6F-A80B-C55D-4BA8-E0EFB1E484E2}"/>
              </a:ext>
            </a:extLst>
          </p:cNvPr>
          <p:cNvSpPr>
            <a:spLocks noGrp="1"/>
          </p:cNvSpPr>
          <p:nvPr>
            <p:ph type="title"/>
          </p:nvPr>
        </p:nvSpPr>
        <p:spPr/>
        <p:txBody>
          <a:bodyPr>
            <a:normAutofit/>
          </a:bodyPr>
          <a:lstStyle/>
          <a:p>
            <a:r>
              <a:rPr dirty="0"/>
              <a:t>70. What is the cloud? </a:t>
            </a:r>
          </a:p>
        </p:txBody>
      </p:sp>
      <p:sp>
        <p:nvSpPr>
          <p:cNvPr id="3" name="Content Placeholder 2">
            <a:extLst>
              <a:ext uri="{FF2B5EF4-FFF2-40B4-BE49-F238E27FC236}">
                <a16:creationId xmlns:a16="http://schemas.microsoft.com/office/drawing/2014/main" id="{73E01A58-41A5-1ECC-9CD6-F34A87275ED4}"/>
              </a:ext>
            </a:extLst>
          </p:cNvPr>
          <p:cNvSpPr>
            <a:spLocks noGrp="1"/>
          </p:cNvSpPr>
          <p:nvPr>
            <p:ph idx="1"/>
          </p:nvPr>
        </p:nvSpPr>
        <p:spPr>
          <a:noFill/>
        </p:spPr>
        <p:txBody>
          <a:bodyPr vert="horz" lIns="91440" tIns="45720" rIns="91440" bIns="45720" rtlCol="0">
            <a:normAutofit/>
          </a:bodyPr>
          <a:lstStyle/>
          <a:p>
            <a:r>
              <a:rPr lang="en-US" sz="1800" dirty="0"/>
              <a:t>A Google product for computing large amounts of data.</a:t>
            </a:r>
          </a:p>
          <a:p>
            <a:r>
              <a:rPr lang="en-US" sz="1800" dirty="0"/>
              <a:t>A metaphor for the networking capability of internet providers.</a:t>
            </a:r>
          </a:p>
          <a:p>
            <a:r>
              <a:rPr lang="en-US" sz="1800" dirty="0"/>
              <a:t>A metaphor for a network of data centers.</a:t>
            </a:r>
          </a:p>
          <a:p>
            <a:r>
              <a:rPr lang="en-US" sz="1800" dirty="0"/>
              <a:t>A Google product made up of on-premises IT infrastructure.</a:t>
            </a:r>
            <a:endParaRPr sz="1800" dirty="0"/>
          </a:p>
        </p:txBody>
      </p:sp>
    </p:spTree>
    <p:extLst>
      <p:ext uri="{BB962C8B-B14F-4D97-AF65-F5344CB8AC3E}">
        <p14:creationId xmlns:p14="http://schemas.microsoft.com/office/powerpoint/2010/main" val="98565417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FECE-A03B-86EF-8691-0064B33FC3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203C6F-A80B-C55D-4BA8-E0EFB1E484E2}"/>
              </a:ext>
            </a:extLst>
          </p:cNvPr>
          <p:cNvSpPr>
            <a:spLocks noGrp="1"/>
          </p:cNvSpPr>
          <p:nvPr>
            <p:ph type="title"/>
          </p:nvPr>
        </p:nvSpPr>
        <p:spPr/>
        <p:txBody>
          <a:bodyPr>
            <a:normAutofit/>
          </a:bodyPr>
          <a:lstStyle/>
          <a:p>
            <a:r>
              <a:rPr dirty="0"/>
              <a:t>70. What is the cloud? </a:t>
            </a:r>
          </a:p>
        </p:txBody>
      </p:sp>
      <p:sp>
        <p:nvSpPr>
          <p:cNvPr id="3" name="Content Placeholder 2">
            <a:extLst>
              <a:ext uri="{FF2B5EF4-FFF2-40B4-BE49-F238E27FC236}">
                <a16:creationId xmlns:a16="http://schemas.microsoft.com/office/drawing/2014/main" id="{73E01A58-41A5-1ECC-9CD6-F34A87275ED4}"/>
              </a:ext>
            </a:extLst>
          </p:cNvPr>
          <p:cNvSpPr>
            <a:spLocks noGrp="1"/>
          </p:cNvSpPr>
          <p:nvPr>
            <p:ph idx="1"/>
          </p:nvPr>
        </p:nvSpPr>
        <p:spPr>
          <a:noFill/>
        </p:spPr>
        <p:txBody>
          <a:bodyPr vert="horz" lIns="91440" tIns="45720" rIns="91440" bIns="45720" rtlCol="0">
            <a:normAutofit/>
          </a:bodyPr>
          <a:lstStyle/>
          <a:p>
            <a:r>
              <a:rPr lang="en-US" sz="1800" dirty="0"/>
              <a:t>A Google product for computing large amounts of data.</a:t>
            </a:r>
          </a:p>
          <a:p>
            <a:r>
              <a:rPr lang="en-US" sz="1800" dirty="0"/>
              <a:t>A metaphor for the networking capability of internet providers.</a:t>
            </a:r>
          </a:p>
          <a:p>
            <a:r>
              <a:rPr lang="en-US" sz="1800" b="1" dirty="0"/>
              <a:t>A metaphor for a network of data centers.</a:t>
            </a:r>
          </a:p>
          <a:p>
            <a:r>
              <a:rPr lang="en-US" sz="1800" dirty="0"/>
              <a:t>A Google product made up of on-premises IT infrastructure.</a:t>
            </a:r>
            <a:endParaRPr sz="1800" dirty="0"/>
          </a:p>
        </p:txBody>
      </p:sp>
    </p:spTree>
    <p:extLst>
      <p:ext uri="{BB962C8B-B14F-4D97-AF65-F5344CB8AC3E}">
        <p14:creationId xmlns:p14="http://schemas.microsoft.com/office/powerpoint/2010/main" val="294226341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BC3E7-5612-34DD-EBC7-900FD4DFE4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729F73-CE7C-EE36-A645-A1BB50112227}"/>
              </a:ext>
            </a:extLst>
          </p:cNvPr>
          <p:cNvSpPr>
            <a:spLocks noGrp="1"/>
          </p:cNvSpPr>
          <p:nvPr>
            <p:ph type="title"/>
          </p:nvPr>
        </p:nvSpPr>
        <p:spPr/>
        <p:txBody>
          <a:bodyPr>
            <a:normAutofit/>
          </a:bodyPr>
          <a:lstStyle/>
          <a:p>
            <a:r>
              <a:rPr dirty="0"/>
              <a:t>71. </a:t>
            </a:r>
            <a:r>
              <a:rPr lang="en-US" dirty="0"/>
              <a:t>Which item describes a goal of an organization seeking digital transformation?</a:t>
            </a:r>
            <a:endParaRPr dirty="0"/>
          </a:p>
        </p:txBody>
      </p:sp>
      <p:sp>
        <p:nvSpPr>
          <p:cNvPr id="3" name="Content Placeholder 2">
            <a:extLst>
              <a:ext uri="{FF2B5EF4-FFF2-40B4-BE49-F238E27FC236}">
                <a16:creationId xmlns:a16="http://schemas.microsoft.com/office/drawing/2014/main" id="{4C967550-BB51-B181-F382-2F2F19F0A4EE}"/>
              </a:ext>
            </a:extLst>
          </p:cNvPr>
          <p:cNvSpPr>
            <a:spLocks noGrp="1"/>
          </p:cNvSpPr>
          <p:nvPr>
            <p:ph idx="1"/>
          </p:nvPr>
        </p:nvSpPr>
        <p:spPr>
          <a:noFill/>
        </p:spPr>
        <p:txBody>
          <a:bodyPr vert="horz" lIns="91440" tIns="45720" rIns="91440" bIns="45720" rtlCol="0">
            <a:normAutofit/>
          </a:bodyPr>
          <a:lstStyle/>
          <a:p>
            <a:r>
              <a:rPr lang="en-US" sz="1800" dirty="0"/>
              <a:t>Ensure better security by decoupling teams and their data.</a:t>
            </a:r>
          </a:p>
          <a:p>
            <a:r>
              <a:rPr lang="en-US" sz="1800" dirty="0"/>
              <a:t>Break down data silos and generate real time insights.</a:t>
            </a:r>
          </a:p>
          <a:p>
            <a:r>
              <a:rPr lang="en-US" sz="1800" dirty="0"/>
              <a:t>Streamline their hardware procurement process to forecast at least a quarter into the future.</a:t>
            </a:r>
          </a:p>
          <a:p>
            <a:r>
              <a:rPr lang="en-US" sz="1800" dirty="0"/>
              <a:t>Reduce emissions by using faster networks in their on-premises workloads.</a:t>
            </a:r>
            <a:endParaRPr sz="1800" dirty="0"/>
          </a:p>
        </p:txBody>
      </p:sp>
    </p:spTree>
    <p:extLst>
      <p:ext uri="{BB962C8B-B14F-4D97-AF65-F5344CB8AC3E}">
        <p14:creationId xmlns:p14="http://schemas.microsoft.com/office/powerpoint/2010/main" val="245592107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BC3E7-5612-34DD-EBC7-900FD4DFE4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729F73-CE7C-EE36-A645-A1BB50112227}"/>
              </a:ext>
            </a:extLst>
          </p:cNvPr>
          <p:cNvSpPr>
            <a:spLocks noGrp="1"/>
          </p:cNvSpPr>
          <p:nvPr>
            <p:ph type="title"/>
          </p:nvPr>
        </p:nvSpPr>
        <p:spPr/>
        <p:txBody>
          <a:bodyPr>
            <a:normAutofit/>
          </a:bodyPr>
          <a:lstStyle/>
          <a:p>
            <a:r>
              <a:rPr dirty="0"/>
              <a:t>71. </a:t>
            </a:r>
            <a:r>
              <a:rPr lang="en-US" dirty="0"/>
              <a:t>Which item describes a goal of an organization seeking digital transformation?</a:t>
            </a:r>
            <a:endParaRPr dirty="0"/>
          </a:p>
        </p:txBody>
      </p:sp>
      <p:sp>
        <p:nvSpPr>
          <p:cNvPr id="3" name="Content Placeholder 2">
            <a:extLst>
              <a:ext uri="{FF2B5EF4-FFF2-40B4-BE49-F238E27FC236}">
                <a16:creationId xmlns:a16="http://schemas.microsoft.com/office/drawing/2014/main" id="{4C967550-BB51-B181-F382-2F2F19F0A4EE}"/>
              </a:ext>
            </a:extLst>
          </p:cNvPr>
          <p:cNvSpPr>
            <a:spLocks noGrp="1"/>
          </p:cNvSpPr>
          <p:nvPr>
            <p:ph idx="1"/>
          </p:nvPr>
        </p:nvSpPr>
        <p:spPr>
          <a:noFill/>
        </p:spPr>
        <p:txBody>
          <a:bodyPr vert="horz" lIns="91440" tIns="45720" rIns="91440" bIns="45720" rtlCol="0">
            <a:normAutofit/>
          </a:bodyPr>
          <a:lstStyle/>
          <a:p>
            <a:r>
              <a:rPr lang="en-US" sz="1800" dirty="0"/>
              <a:t>Ensure better security by decoupling teams and their data.</a:t>
            </a:r>
          </a:p>
          <a:p>
            <a:r>
              <a:rPr lang="en-US" sz="1800" b="1" dirty="0"/>
              <a:t>Break down data silos and generate real time insights.</a:t>
            </a:r>
          </a:p>
          <a:p>
            <a:r>
              <a:rPr lang="en-US" sz="1800" dirty="0"/>
              <a:t>Streamline their hardware procurement process to forecast at least a quarter into the future.</a:t>
            </a:r>
          </a:p>
          <a:p>
            <a:r>
              <a:rPr lang="en-US" sz="1800" dirty="0"/>
              <a:t>Reduce emissions by using faster networks in their on-premises workloads.</a:t>
            </a:r>
            <a:endParaRPr sz="1800" dirty="0"/>
          </a:p>
        </p:txBody>
      </p:sp>
    </p:spTree>
    <p:extLst>
      <p:ext uri="{BB962C8B-B14F-4D97-AF65-F5344CB8AC3E}">
        <p14:creationId xmlns:p14="http://schemas.microsoft.com/office/powerpoint/2010/main" val="269884048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73810-1959-578E-88A0-2F8DF3EDE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ED4332-DEB2-507B-48C1-AF6E9E846FFF}"/>
              </a:ext>
            </a:extLst>
          </p:cNvPr>
          <p:cNvSpPr>
            <a:spLocks noGrp="1"/>
          </p:cNvSpPr>
          <p:nvPr>
            <p:ph type="title"/>
          </p:nvPr>
        </p:nvSpPr>
        <p:spPr/>
        <p:txBody>
          <a:bodyPr>
            <a:normAutofit/>
          </a:bodyPr>
          <a:lstStyle/>
          <a:p>
            <a:r>
              <a:rPr dirty="0"/>
              <a:t>72. </a:t>
            </a:r>
            <a:r>
              <a:rPr lang="en-US" dirty="0"/>
              <a:t>Select the definition of digital transformation.</a:t>
            </a:r>
            <a:endParaRPr dirty="0"/>
          </a:p>
        </p:txBody>
      </p:sp>
      <p:sp>
        <p:nvSpPr>
          <p:cNvPr id="3" name="Content Placeholder 2">
            <a:extLst>
              <a:ext uri="{FF2B5EF4-FFF2-40B4-BE49-F238E27FC236}">
                <a16:creationId xmlns:a16="http://schemas.microsoft.com/office/drawing/2014/main" id="{BF70FA50-3E6B-0C71-39D0-AF9A21B85D85}"/>
              </a:ext>
            </a:extLst>
          </p:cNvPr>
          <p:cNvSpPr>
            <a:spLocks noGrp="1"/>
          </p:cNvSpPr>
          <p:nvPr>
            <p:ph idx="1"/>
          </p:nvPr>
        </p:nvSpPr>
        <p:spPr>
          <a:noFill/>
        </p:spPr>
        <p:txBody>
          <a:bodyPr vert="horz" lIns="91440" tIns="45720" rIns="91440" bIns="45720" rtlCol="0">
            <a:normAutofit/>
          </a:bodyPr>
          <a:lstStyle/>
          <a:p>
            <a:r>
              <a:rPr lang="en-US" sz="1800" dirty="0"/>
              <a:t>When an organization uses new digital technologies to create or modify on-premises business processes.</a:t>
            </a:r>
          </a:p>
          <a:p>
            <a:r>
              <a:rPr lang="en-US" sz="1800" dirty="0"/>
              <a:t>When an organization uses new digital technologies to create or modify technology infrastructure to focus on cost saving.</a:t>
            </a:r>
          </a:p>
          <a:p>
            <a:r>
              <a:rPr lang="en-US" sz="1800" dirty="0"/>
              <a:t>When an organization uses new digital technologies to create or modify business processes, culture, and customer experiences.</a:t>
            </a:r>
          </a:p>
          <a:p>
            <a:r>
              <a:rPr lang="en-US" sz="1800" dirty="0"/>
              <a:t>When an organization uses new digital technologies to create or modify financial models for how a business is run.</a:t>
            </a:r>
            <a:endParaRPr sz="1800" dirty="0"/>
          </a:p>
        </p:txBody>
      </p:sp>
    </p:spTree>
    <p:extLst>
      <p:ext uri="{BB962C8B-B14F-4D97-AF65-F5344CB8AC3E}">
        <p14:creationId xmlns:p14="http://schemas.microsoft.com/office/powerpoint/2010/main" val="195588907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73810-1959-578E-88A0-2F8DF3EDE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ED4332-DEB2-507B-48C1-AF6E9E846FFF}"/>
              </a:ext>
            </a:extLst>
          </p:cNvPr>
          <p:cNvSpPr>
            <a:spLocks noGrp="1"/>
          </p:cNvSpPr>
          <p:nvPr>
            <p:ph type="title"/>
          </p:nvPr>
        </p:nvSpPr>
        <p:spPr/>
        <p:txBody>
          <a:bodyPr>
            <a:normAutofit/>
          </a:bodyPr>
          <a:lstStyle/>
          <a:p>
            <a:r>
              <a:rPr dirty="0"/>
              <a:t>72. </a:t>
            </a:r>
            <a:r>
              <a:rPr lang="en-US" dirty="0"/>
              <a:t>Select the definition of digital transformation.</a:t>
            </a:r>
            <a:endParaRPr dirty="0"/>
          </a:p>
        </p:txBody>
      </p:sp>
      <p:sp>
        <p:nvSpPr>
          <p:cNvPr id="3" name="Content Placeholder 2">
            <a:extLst>
              <a:ext uri="{FF2B5EF4-FFF2-40B4-BE49-F238E27FC236}">
                <a16:creationId xmlns:a16="http://schemas.microsoft.com/office/drawing/2014/main" id="{BF70FA50-3E6B-0C71-39D0-AF9A21B85D85}"/>
              </a:ext>
            </a:extLst>
          </p:cNvPr>
          <p:cNvSpPr>
            <a:spLocks noGrp="1"/>
          </p:cNvSpPr>
          <p:nvPr>
            <p:ph idx="1"/>
          </p:nvPr>
        </p:nvSpPr>
        <p:spPr>
          <a:noFill/>
        </p:spPr>
        <p:txBody>
          <a:bodyPr vert="horz" lIns="91440" tIns="45720" rIns="91440" bIns="45720" rtlCol="0">
            <a:normAutofit/>
          </a:bodyPr>
          <a:lstStyle/>
          <a:p>
            <a:r>
              <a:rPr lang="en-US" sz="1800" dirty="0"/>
              <a:t>When an organization uses new digital technologies to create or modify on-premises business processes.</a:t>
            </a:r>
          </a:p>
          <a:p>
            <a:r>
              <a:rPr lang="en-US" sz="1800" dirty="0"/>
              <a:t>When an organization uses new digital technologies to create or modify technology infrastructure to focus on cost saving.</a:t>
            </a:r>
          </a:p>
          <a:p>
            <a:r>
              <a:rPr lang="en-US" sz="1800" b="1" dirty="0"/>
              <a:t>When an organization uses new digital technologies to create or modify business processes, culture, and customer experiences.</a:t>
            </a:r>
          </a:p>
          <a:p>
            <a:r>
              <a:rPr lang="en-US" sz="1800" dirty="0"/>
              <a:t>When an organization uses new digital technologies to create or modify financial models for how a business is run.</a:t>
            </a:r>
            <a:endParaRPr sz="1800" dirty="0"/>
          </a:p>
        </p:txBody>
      </p:sp>
    </p:spTree>
    <p:extLst>
      <p:ext uri="{BB962C8B-B14F-4D97-AF65-F5344CB8AC3E}">
        <p14:creationId xmlns:p14="http://schemas.microsoft.com/office/powerpoint/2010/main" val="110846445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D0924-C196-248B-6C7E-1FC35290B5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BE463B-8C5B-79F2-0F90-549E198F8E25}"/>
              </a:ext>
            </a:extLst>
          </p:cNvPr>
          <p:cNvSpPr>
            <a:spLocks noGrp="1"/>
          </p:cNvSpPr>
          <p:nvPr>
            <p:ph type="title"/>
          </p:nvPr>
        </p:nvSpPr>
        <p:spPr/>
        <p:txBody>
          <a:bodyPr>
            <a:normAutofit/>
          </a:bodyPr>
          <a:lstStyle/>
          <a:p>
            <a:r>
              <a:rPr dirty="0"/>
              <a:t>73. </a:t>
            </a:r>
            <a:r>
              <a:rPr lang="es-ES_tradnl" dirty="0"/>
              <a:t>What is data governance?</a:t>
            </a:r>
            <a:endParaRPr dirty="0"/>
          </a:p>
        </p:txBody>
      </p:sp>
      <p:sp>
        <p:nvSpPr>
          <p:cNvPr id="3" name="Content Placeholder 2">
            <a:extLst>
              <a:ext uri="{FF2B5EF4-FFF2-40B4-BE49-F238E27FC236}">
                <a16:creationId xmlns:a16="http://schemas.microsoft.com/office/drawing/2014/main" id="{7B55DD38-D630-93AC-CDA8-2CC9CC4295AE}"/>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The process of collecting and storing data for future use</a:t>
            </a:r>
          </a:p>
          <a:p>
            <a:r>
              <a:rPr lang="en-US" sz="1800" dirty="0"/>
              <a:t>The process of analyzing data to gain insights and make informed decisions</a:t>
            </a:r>
          </a:p>
          <a:p>
            <a:r>
              <a:rPr lang="en-US" sz="1800" dirty="0"/>
              <a:t>The process of setting internal data policies and ensuring compliance with external standards</a:t>
            </a:r>
          </a:p>
          <a:p>
            <a:r>
              <a:rPr lang="en-US" sz="1800" dirty="0"/>
              <a:t>The process of deleting unnecessary data to save storage space</a:t>
            </a:r>
            <a:endParaRPr sz="1800" dirty="0"/>
          </a:p>
        </p:txBody>
      </p:sp>
    </p:spTree>
    <p:extLst>
      <p:ext uri="{BB962C8B-B14F-4D97-AF65-F5344CB8AC3E}">
        <p14:creationId xmlns:p14="http://schemas.microsoft.com/office/powerpoint/2010/main" val="235546768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D0924-C196-248B-6C7E-1FC35290B5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BE463B-8C5B-79F2-0F90-549E198F8E25}"/>
              </a:ext>
            </a:extLst>
          </p:cNvPr>
          <p:cNvSpPr>
            <a:spLocks noGrp="1"/>
          </p:cNvSpPr>
          <p:nvPr>
            <p:ph type="title"/>
          </p:nvPr>
        </p:nvSpPr>
        <p:spPr/>
        <p:txBody>
          <a:bodyPr>
            <a:normAutofit/>
          </a:bodyPr>
          <a:lstStyle/>
          <a:p>
            <a:r>
              <a:rPr dirty="0"/>
              <a:t>73. </a:t>
            </a:r>
            <a:r>
              <a:rPr lang="es-ES_tradnl" dirty="0"/>
              <a:t>What is data governance?</a:t>
            </a:r>
            <a:endParaRPr dirty="0"/>
          </a:p>
        </p:txBody>
      </p:sp>
      <p:sp>
        <p:nvSpPr>
          <p:cNvPr id="3" name="Content Placeholder 2">
            <a:extLst>
              <a:ext uri="{FF2B5EF4-FFF2-40B4-BE49-F238E27FC236}">
                <a16:creationId xmlns:a16="http://schemas.microsoft.com/office/drawing/2014/main" id="{7B55DD38-D630-93AC-CDA8-2CC9CC4295AE}"/>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The process of collecting and storing data for future use</a:t>
            </a:r>
          </a:p>
          <a:p>
            <a:r>
              <a:rPr lang="en-US" sz="1800" dirty="0"/>
              <a:t>The process of analyzing data to gain insights and make informed decisions</a:t>
            </a:r>
          </a:p>
          <a:p>
            <a:r>
              <a:rPr lang="en-US" sz="1800" b="1" dirty="0"/>
              <a:t>The process of setting internal data policies and ensuring compliance with external standards</a:t>
            </a:r>
          </a:p>
          <a:p>
            <a:r>
              <a:rPr lang="en-US" sz="1800" dirty="0"/>
              <a:t>The process of deleting unnecessary data to save storage space</a:t>
            </a:r>
            <a:endParaRPr sz="1800" dirty="0"/>
          </a:p>
        </p:txBody>
      </p:sp>
    </p:spTree>
    <p:extLst>
      <p:ext uri="{BB962C8B-B14F-4D97-AF65-F5344CB8AC3E}">
        <p14:creationId xmlns:p14="http://schemas.microsoft.com/office/powerpoint/2010/main" val="260719431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3145D-6B10-92C4-D8C3-C21EC2B406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76F456-F2E3-6AFC-2841-C0EE2D8B4AB6}"/>
              </a:ext>
            </a:extLst>
          </p:cNvPr>
          <p:cNvSpPr>
            <a:spLocks noGrp="1"/>
          </p:cNvSpPr>
          <p:nvPr>
            <p:ph type="title"/>
          </p:nvPr>
        </p:nvSpPr>
        <p:spPr/>
        <p:txBody>
          <a:bodyPr>
            <a:normAutofit/>
          </a:bodyPr>
          <a:lstStyle/>
          <a:p>
            <a:r>
              <a:rPr dirty="0"/>
              <a:t>74. </a:t>
            </a:r>
            <a:r>
              <a:rPr lang="en-US" dirty="0"/>
              <a:t>A car insurance company has a large database that stores customer details, including the vehicles they own and past claims. The structure of the database means that information is stored in tables, rows, and columns. What type of database is this?</a:t>
            </a:r>
            <a:endParaRPr dirty="0"/>
          </a:p>
        </p:txBody>
      </p:sp>
      <p:sp>
        <p:nvSpPr>
          <p:cNvPr id="3" name="Content Placeholder 2">
            <a:extLst>
              <a:ext uri="{FF2B5EF4-FFF2-40B4-BE49-F238E27FC236}">
                <a16:creationId xmlns:a16="http://schemas.microsoft.com/office/drawing/2014/main" id="{28062873-5D18-368C-02AA-15AF5C332E5E}"/>
              </a:ext>
            </a:extLst>
          </p:cNvPr>
          <p:cNvSpPr>
            <a:spLocks noGrp="1"/>
          </p:cNvSpPr>
          <p:nvPr>
            <p:ph idx="1"/>
          </p:nvPr>
        </p:nvSpPr>
        <p:spPr>
          <a:noFill/>
        </p:spPr>
        <p:txBody>
          <a:bodyPr vert="horz" lIns="91440" tIns="45720" rIns="91440" bIns="45720" rtlCol="0">
            <a:normAutofit/>
          </a:bodyPr>
          <a:lstStyle/>
          <a:p>
            <a:r>
              <a:rPr lang="es-ES_tradnl" sz="1800" dirty="0"/>
              <a:t>A </a:t>
            </a:r>
            <a:r>
              <a:rPr lang="es-ES_tradnl" sz="1800" dirty="0" err="1"/>
              <a:t>relational</a:t>
            </a:r>
            <a:r>
              <a:rPr lang="es-ES_tradnl" sz="1800" dirty="0"/>
              <a:t> </a:t>
            </a:r>
            <a:r>
              <a:rPr lang="es-ES_tradnl" sz="1800" dirty="0" err="1"/>
              <a:t>database</a:t>
            </a:r>
            <a:endParaRPr lang="es-ES_tradnl" sz="1800" dirty="0"/>
          </a:p>
          <a:p>
            <a:r>
              <a:rPr lang="es-ES_tradnl" sz="1800" dirty="0" err="1"/>
              <a:t>An</a:t>
            </a:r>
            <a:r>
              <a:rPr lang="es-ES_tradnl" sz="1800" dirty="0"/>
              <a:t> XML </a:t>
            </a:r>
            <a:r>
              <a:rPr lang="es-ES_tradnl" sz="1800" dirty="0" err="1"/>
              <a:t>database</a:t>
            </a:r>
            <a:endParaRPr lang="es-ES_tradnl" sz="1800" dirty="0"/>
          </a:p>
          <a:p>
            <a:r>
              <a:rPr lang="es-ES_tradnl" sz="1800" dirty="0" err="1"/>
              <a:t>An</a:t>
            </a:r>
            <a:r>
              <a:rPr lang="es-ES_tradnl" sz="1800" dirty="0"/>
              <a:t> </a:t>
            </a:r>
            <a:r>
              <a:rPr lang="es-ES_tradnl" sz="1800" dirty="0" err="1"/>
              <a:t>object</a:t>
            </a:r>
            <a:r>
              <a:rPr lang="es-ES_tradnl" sz="1800" dirty="0"/>
              <a:t> </a:t>
            </a:r>
            <a:r>
              <a:rPr lang="es-ES_tradnl" sz="1800" dirty="0" err="1"/>
              <a:t>database</a:t>
            </a:r>
            <a:endParaRPr lang="es-ES_tradnl" sz="1800" dirty="0"/>
          </a:p>
          <a:p>
            <a:r>
              <a:rPr lang="es-ES_tradnl" sz="1800" dirty="0"/>
              <a:t>A non-</a:t>
            </a:r>
            <a:r>
              <a:rPr lang="es-ES_tradnl" sz="1800" dirty="0" err="1"/>
              <a:t>relational</a:t>
            </a:r>
            <a:r>
              <a:rPr lang="es-ES_tradnl" sz="1800" dirty="0"/>
              <a:t> </a:t>
            </a:r>
            <a:r>
              <a:rPr lang="es-ES_tradnl" sz="1800" dirty="0" err="1"/>
              <a:t>database</a:t>
            </a:r>
            <a:endParaRPr sz="1800" dirty="0"/>
          </a:p>
        </p:txBody>
      </p:sp>
    </p:spTree>
    <p:extLst>
      <p:ext uri="{BB962C8B-B14F-4D97-AF65-F5344CB8AC3E}">
        <p14:creationId xmlns:p14="http://schemas.microsoft.com/office/powerpoint/2010/main" val="103485234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3145D-6B10-92C4-D8C3-C21EC2B406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76F456-F2E3-6AFC-2841-C0EE2D8B4AB6}"/>
              </a:ext>
            </a:extLst>
          </p:cNvPr>
          <p:cNvSpPr>
            <a:spLocks noGrp="1"/>
          </p:cNvSpPr>
          <p:nvPr>
            <p:ph type="title"/>
          </p:nvPr>
        </p:nvSpPr>
        <p:spPr/>
        <p:txBody>
          <a:bodyPr>
            <a:normAutofit/>
          </a:bodyPr>
          <a:lstStyle/>
          <a:p>
            <a:r>
              <a:rPr dirty="0"/>
              <a:t>74. </a:t>
            </a:r>
            <a:r>
              <a:rPr lang="en-US" dirty="0"/>
              <a:t>A car insurance company has a large database that stores customer details, including the vehicles they own and past claims. The structure of the database means that information is stored in tables, rows, and columns. What type of database is this?</a:t>
            </a:r>
            <a:endParaRPr dirty="0"/>
          </a:p>
        </p:txBody>
      </p:sp>
      <p:sp>
        <p:nvSpPr>
          <p:cNvPr id="3" name="Content Placeholder 2">
            <a:extLst>
              <a:ext uri="{FF2B5EF4-FFF2-40B4-BE49-F238E27FC236}">
                <a16:creationId xmlns:a16="http://schemas.microsoft.com/office/drawing/2014/main" id="{28062873-5D18-368C-02AA-15AF5C332E5E}"/>
              </a:ext>
            </a:extLst>
          </p:cNvPr>
          <p:cNvSpPr>
            <a:spLocks noGrp="1"/>
          </p:cNvSpPr>
          <p:nvPr>
            <p:ph idx="1"/>
          </p:nvPr>
        </p:nvSpPr>
        <p:spPr>
          <a:noFill/>
        </p:spPr>
        <p:txBody>
          <a:bodyPr vert="horz" lIns="91440" tIns="45720" rIns="91440" bIns="45720" rtlCol="0">
            <a:normAutofit/>
          </a:bodyPr>
          <a:lstStyle/>
          <a:p>
            <a:r>
              <a:rPr lang="es-ES_tradnl" sz="1800" b="1" dirty="0"/>
              <a:t>A </a:t>
            </a:r>
            <a:r>
              <a:rPr lang="es-ES_tradnl" sz="1800" b="1" dirty="0" err="1"/>
              <a:t>relational</a:t>
            </a:r>
            <a:r>
              <a:rPr lang="es-ES_tradnl" sz="1800" b="1" dirty="0"/>
              <a:t> </a:t>
            </a:r>
            <a:r>
              <a:rPr lang="es-ES_tradnl" sz="1800" b="1" dirty="0" err="1"/>
              <a:t>database</a:t>
            </a:r>
            <a:endParaRPr lang="es-ES_tradnl" sz="1800" b="1" dirty="0"/>
          </a:p>
          <a:p>
            <a:r>
              <a:rPr lang="es-ES_tradnl" sz="1800" dirty="0" err="1"/>
              <a:t>An</a:t>
            </a:r>
            <a:r>
              <a:rPr lang="es-ES_tradnl" sz="1800" dirty="0"/>
              <a:t> XML </a:t>
            </a:r>
            <a:r>
              <a:rPr lang="es-ES_tradnl" sz="1800" dirty="0" err="1"/>
              <a:t>database</a:t>
            </a:r>
            <a:endParaRPr lang="es-ES_tradnl" sz="1800" dirty="0"/>
          </a:p>
          <a:p>
            <a:r>
              <a:rPr lang="es-ES_tradnl" sz="1800" dirty="0" err="1"/>
              <a:t>An</a:t>
            </a:r>
            <a:r>
              <a:rPr lang="es-ES_tradnl" sz="1800" dirty="0"/>
              <a:t> </a:t>
            </a:r>
            <a:r>
              <a:rPr lang="es-ES_tradnl" sz="1800" dirty="0" err="1"/>
              <a:t>object</a:t>
            </a:r>
            <a:r>
              <a:rPr lang="es-ES_tradnl" sz="1800" dirty="0"/>
              <a:t> </a:t>
            </a:r>
            <a:r>
              <a:rPr lang="es-ES_tradnl" sz="1800" dirty="0" err="1"/>
              <a:t>database</a:t>
            </a:r>
            <a:endParaRPr lang="es-ES_tradnl" sz="1800" dirty="0"/>
          </a:p>
          <a:p>
            <a:r>
              <a:rPr lang="es-ES_tradnl" sz="1800" dirty="0"/>
              <a:t>A non-</a:t>
            </a:r>
            <a:r>
              <a:rPr lang="es-ES_tradnl" sz="1800" dirty="0" err="1"/>
              <a:t>relational</a:t>
            </a:r>
            <a:r>
              <a:rPr lang="es-ES_tradnl" sz="1800" dirty="0"/>
              <a:t> </a:t>
            </a:r>
            <a:r>
              <a:rPr lang="es-ES_tradnl" sz="1800" dirty="0" err="1"/>
              <a:t>database</a:t>
            </a:r>
            <a:endParaRPr sz="1800" dirty="0"/>
          </a:p>
        </p:txBody>
      </p:sp>
    </p:spTree>
    <p:extLst>
      <p:ext uri="{BB962C8B-B14F-4D97-AF65-F5344CB8AC3E}">
        <p14:creationId xmlns:p14="http://schemas.microsoft.com/office/powerpoint/2010/main" val="397732706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5776A-5EAC-1587-A6C5-393C80635A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95FD93-993B-3D36-C4EE-FCE12B66CABE}"/>
              </a:ext>
            </a:extLst>
          </p:cNvPr>
          <p:cNvSpPr>
            <a:spLocks noGrp="1"/>
          </p:cNvSpPr>
          <p:nvPr>
            <p:ph type="title"/>
          </p:nvPr>
        </p:nvSpPr>
        <p:spPr/>
        <p:txBody>
          <a:bodyPr>
            <a:normAutofit/>
          </a:bodyPr>
          <a:lstStyle/>
          <a:p>
            <a:r>
              <a:rPr dirty="0"/>
              <a:t>75. </a:t>
            </a:r>
            <a:r>
              <a:rPr lang="en-US" dirty="0"/>
              <a:t>A solar energy company wants to analyze weather data to better understand the seasonal impact on their business. On which platform could they find free-to-use weather datasets?</a:t>
            </a:r>
            <a:endParaRPr dirty="0"/>
          </a:p>
        </p:txBody>
      </p:sp>
      <p:sp>
        <p:nvSpPr>
          <p:cNvPr id="3" name="Content Placeholder 2">
            <a:extLst>
              <a:ext uri="{FF2B5EF4-FFF2-40B4-BE49-F238E27FC236}">
                <a16:creationId xmlns:a16="http://schemas.microsoft.com/office/drawing/2014/main" id="{DFDB9DA0-FA64-CDFA-FE14-A97A5A678CE5}"/>
              </a:ext>
            </a:extLst>
          </p:cNvPr>
          <p:cNvSpPr>
            <a:spLocks noGrp="1"/>
          </p:cNvSpPr>
          <p:nvPr>
            <p:ph idx="1"/>
          </p:nvPr>
        </p:nvSpPr>
        <p:spPr>
          <a:noFill/>
        </p:spPr>
        <p:txBody>
          <a:bodyPr vert="horz" lIns="91440" tIns="45720" rIns="91440" bIns="45720" rtlCol="0">
            <a:normAutofit/>
          </a:bodyPr>
          <a:lstStyle/>
          <a:p>
            <a:r>
              <a:rPr lang="en-US" sz="1800" dirty="0"/>
              <a:t>Google Cloud Marketplace</a:t>
            </a:r>
          </a:p>
          <a:p>
            <a:r>
              <a:rPr lang="en-US" sz="1800" dirty="0"/>
              <a:t>App Engine</a:t>
            </a:r>
          </a:p>
          <a:p>
            <a:r>
              <a:rPr lang="en-US" sz="1800" dirty="0"/>
              <a:t>Google Cloud console</a:t>
            </a:r>
          </a:p>
          <a:p>
            <a:r>
              <a:rPr lang="en-US" sz="1800" dirty="0"/>
              <a:t>Google Play</a:t>
            </a:r>
            <a:endParaRPr sz="1800" dirty="0"/>
          </a:p>
        </p:txBody>
      </p:sp>
    </p:spTree>
    <p:extLst>
      <p:ext uri="{BB962C8B-B14F-4D97-AF65-F5344CB8AC3E}">
        <p14:creationId xmlns:p14="http://schemas.microsoft.com/office/powerpoint/2010/main" val="224306049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5776A-5EAC-1587-A6C5-393C80635A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95FD93-993B-3D36-C4EE-FCE12B66CABE}"/>
              </a:ext>
            </a:extLst>
          </p:cNvPr>
          <p:cNvSpPr>
            <a:spLocks noGrp="1"/>
          </p:cNvSpPr>
          <p:nvPr>
            <p:ph type="title"/>
          </p:nvPr>
        </p:nvSpPr>
        <p:spPr/>
        <p:txBody>
          <a:bodyPr>
            <a:normAutofit/>
          </a:bodyPr>
          <a:lstStyle/>
          <a:p>
            <a:r>
              <a:rPr dirty="0"/>
              <a:t>75. </a:t>
            </a:r>
            <a:r>
              <a:rPr lang="en-US" dirty="0"/>
              <a:t>A solar energy company wants to analyze weather data to better understand the seasonal impact on their business. On which platform could they find free-to-use weather datasets?</a:t>
            </a:r>
            <a:endParaRPr dirty="0"/>
          </a:p>
        </p:txBody>
      </p:sp>
      <p:sp>
        <p:nvSpPr>
          <p:cNvPr id="3" name="Content Placeholder 2">
            <a:extLst>
              <a:ext uri="{FF2B5EF4-FFF2-40B4-BE49-F238E27FC236}">
                <a16:creationId xmlns:a16="http://schemas.microsoft.com/office/drawing/2014/main" id="{DFDB9DA0-FA64-CDFA-FE14-A97A5A678CE5}"/>
              </a:ext>
            </a:extLst>
          </p:cNvPr>
          <p:cNvSpPr>
            <a:spLocks noGrp="1"/>
          </p:cNvSpPr>
          <p:nvPr>
            <p:ph idx="1"/>
          </p:nvPr>
        </p:nvSpPr>
        <p:spPr>
          <a:noFill/>
        </p:spPr>
        <p:txBody>
          <a:bodyPr vert="horz" lIns="91440" tIns="45720" rIns="91440" bIns="45720" rtlCol="0">
            <a:normAutofit/>
          </a:bodyPr>
          <a:lstStyle/>
          <a:p>
            <a:r>
              <a:rPr lang="en-US" sz="1800" b="1" dirty="0"/>
              <a:t>Google Cloud Marketplace</a:t>
            </a:r>
          </a:p>
          <a:p>
            <a:r>
              <a:rPr lang="en-US" sz="1800" dirty="0"/>
              <a:t>App Engine</a:t>
            </a:r>
          </a:p>
          <a:p>
            <a:r>
              <a:rPr lang="en-US" sz="1800" dirty="0"/>
              <a:t>Google Cloud console</a:t>
            </a:r>
          </a:p>
          <a:p>
            <a:r>
              <a:rPr lang="en-US" sz="1800" dirty="0"/>
              <a:t>Google Play</a:t>
            </a:r>
            <a:endParaRPr sz="1800" dirty="0"/>
          </a:p>
        </p:txBody>
      </p:sp>
    </p:spTree>
    <p:extLst>
      <p:ext uri="{BB962C8B-B14F-4D97-AF65-F5344CB8AC3E}">
        <p14:creationId xmlns:p14="http://schemas.microsoft.com/office/powerpoint/2010/main" val="166452960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229C1-AE03-396A-EFC4-C70F4657EC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A82276-B882-0871-1423-83D0811C3701}"/>
              </a:ext>
            </a:extLst>
          </p:cNvPr>
          <p:cNvSpPr>
            <a:spLocks noGrp="1"/>
          </p:cNvSpPr>
          <p:nvPr>
            <p:ph type="title"/>
          </p:nvPr>
        </p:nvSpPr>
        <p:spPr/>
        <p:txBody>
          <a:bodyPr>
            <a:normAutofit/>
          </a:bodyPr>
          <a:lstStyle/>
          <a:p>
            <a:r>
              <a:rPr dirty="0"/>
              <a:t>76. </a:t>
            </a:r>
            <a:r>
              <a:rPr lang="en-US" dirty="0"/>
              <a:t>Which data type is highly organized and well-defined?</a:t>
            </a:r>
            <a:endParaRPr dirty="0"/>
          </a:p>
        </p:txBody>
      </p:sp>
      <p:sp>
        <p:nvSpPr>
          <p:cNvPr id="3" name="Content Placeholder 2">
            <a:extLst>
              <a:ext uri="{FF2B5EF4-FFF2-40B4-BE49-F238E27FC236}">
                <a16:creationId xmlns:a16="http://schemas.microsoft.com/office/drawing/2014/main" id="{9A6CF68E-6AB7-3436-5CCA-52F5E2524C8A}"/>
              </a:ext>
            </a:extLst>
          </p:cNvPr>
          <p:cNvSpPr>
            <a:spLocks noGrp="1"/>
          </p:cNvSpPr>
          <p:nvPr>
            <p:ph idx="1"/>
          </p:nvPr>
        </p:nvSpPr>
        <p:spPr>
          <a:noFill/>
        </p:spPr>
        <p:txBody>
          <a:bodyPr vert="horz" lIns="91440" tIns="45720" rIns="91440" bIns="45720" rtlCol="0">
            <a:normAutofit/>
          </a:bodyPr>
          <a:lstStyle/>
          <a:p>
            <a:r>
              <a:rPr lang="en-US" sz="1800" dirty="0"/>
              <a:t>Semi-structured data</a:t>
            </a:r>
          </a:p>
          <a:p>
            <a:r>
              <a:rPr lang="en-US" sz="1800" dirty="0"/>
              <a:t>Unstructured data</a:t>
            </a:r>
          </a:p>
          <a:p>
            <a:r>
              <a:rPr lang="en-US" sz="1800" dirty="0"/>
              <a:t>Structured data</a:t>
            </a:r>
          </a:p>
          <a:p>
            <a:r>
              <a:rPr lang="en-US" sz="1800" dirty="0"/>
              <a:t>A hybrid of structured, semi-structured, and unstructured data</a:t>
            </a:r>
            <a:endParaRPr sz="1800" dirty="0"/>
          </a:p>
        </p:txBody>
      </p:sp>
    </p:spTree>
    <p:extLst>
      <p:ext uri="{BB962C8B-B14F-4D97-AF65-F5344CB8AC3E}">
        <p14:creationId xmlns:p14="http://schemas.microsoft.com/office/powerpoint/2010/main" val="86814893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229C1-AE03-396A-EFC4-C70F4657EC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A82276-B882-0871-1423-83D0811C3701}"/>
              </a:ext>
            </a:extLst>
          </p:cNvPr>
          <p:cNvSpPr>
            <a:spLocks noGrp="1"/>
          </p:cNvSpPr>
          <p:nvPr>
            <p:ph type="title"/>
          </p:nvPr>
        </p:nvSpPr>
        <p:spPr/>
        <p:txBody>
          <a:bodyPr>
            <a:normAutofit/>
          </a:bodyPr>
          <a:lstStyle/>
          <a:p>
            <a:r>
              <a:rPr dirty="0"/>
              <a:t>76. </a:t>
            </a:r>
            <a:r>
              <a:rPr lang="en-US" dirty="0"/>
              <a:t>Which data type is highly organized and well-defined?</a:t>
            </a:r>
            <a:endParaRPr dirty="0"/>
          </a:p>
        </p:txBody>
      </p:sp>
      <p:sp>
        <p:nvSpPr>
          <p:cNvPr id="3" name="Content Placeholder 2">
            <a:extLst>
              <a:ext uri="{FF2B5EF4-FFF2-40B4-BE49-F238E27FC236}">
                <a16:creationId xmlns:a16="http://schemas.microsoft.com/office/drawing/2014/main" id="{9A6CF68E-6AB7-3436-5CCA-52F5E2524C8A}"/>
              </a:ext>
            </a:extLst>
          </p:cNvPr>
          <p:cNvSpPr>
            <a:spLocks noGrp="1"/>
          </p:cNvSpPr>
          <p:nvPr>
            <p:ph idx="1"/>
          </p:nvPr>
        </p:nvSpPr>
        <p:spPr>
          <a:noFill/>
        </p:spPr>
        <p:txBody>
          <a:bodyPr vert="horz" lIns="91440" tIns="45720" rIns="91440" bIns="45720" rtlCol="0">
            <a:normAutofit/>
          </a:bodyPr>
          <a:lstStyle/>
          <a:p>
            <a:r>
              <a:rPr lang="en-US" sz="1800" dirty="0"/>
              <a:t>Semi-structured data</a:t>
            </a:r>
          </a:p>
          <a:p>
            <a:r>
              <a:rPr lang="en-US" sz="1800" dirty="0"/>
              <a:t>Unstructured data</a:t>
            </a:r>
          </a:p>
          <a:p>
            <a:r>
              <a:rPr lang="en-US" sz="1800" b="1" dirty="0"/>
              <a:t>Structured data</a:t>
            </a:r>
          </a:p>
          <a:p>
            <a:r>
              <a:rPr lang="en-US" sz="1800" dirty="0"/>
              <a:t>A hybrid of structured, semi-structured, and unstructured data</a:t>
            </a:r>
            <a:endParaRPr sz="1800" dirty="0"/>
          </a:p>
        </p:txBody>
      </p:sp>
    </p:spTree>
    <p:extLst>
      <p:ext uri="{BB962C8B-B14F-4D97-AF65-F5344CB8AC3E}">
        <p14:creationId xmlns:p14="http://schemas.microsoft.com/office/powerpoint/2010/main" val="279802269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77. </a:t>
            </a:r>
            <a:r>
              <a:rPr lang="en-US" dirty="0"/>
              <a:t>Which is a repository designed to ingest, store, explore, process, and analyze any type or volume of raw data, regardless of the source?</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it-IT" sz="1800" dirty="0"/>
              <a:t>Data </a:t>
            </a:r>
            <a:r>
              <a:rPr lang="it-IT" sz="1800" dirty="0" err="1"/>
              <a:t>lake</a:t>
            </a:r>
            <a:endParaRPr lang="it-IT" sz="1800" dirty="0"/>
          </a:p>
          <a:p>
            <a:r>
              <a:rPr lang="it-IT" sz="1800" dirty="0"/>
              <a:t>Data </a:t>
            </a:r>
            <a:r>
              <a:rPr lang="it-IT" sz="1800" dirty="0" err="1"/>
              <a:t>warehouse</a:t>
            </a:r>
            <a:endParaRPr lang="it-IT" sz="1800" dirty="0"/>
          </a:p>
          <a:p>
            <a:r>
              <a:rPr lang="it-IT" sz="1800" dirty="0"/>
              <a:t>Database</a:t>
            </a:r>
          </a:p>
          <a:p>
            <a:r>
              <a:rPr lang="it-IT" sz="1800" dirty="0"/>
              <a:t>Data </a:t>
            </a:r>
            <a:r>
              <a:rPr lang="it-IT" sz="1800" dirty="0" err="1"/>
              <a:t>archive</a:t>
            </a:r>
            <a:endParaRPr sz="1800" dirty="0"/>
          </a:p>
        </p:txBody>
      </p:sp>
    </p:spTree>
    <p:extLst>
      <p:ext uri="{BB962C8B-B14F-4D97-AF65-F5344CB8AC3E}">
        <p14:creationId xmlns:p14="http://schemas.microsoft.com/office/powerpoint/2010/main" val="326065686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77. </a:t>
            </a:r>
            <a:r>
              <a:rPr lang="en-US" dirty="0"/>
              <a:t>Which is a repository designed to ingest, store, explore, process, and analyze any type or volume of raw data, regardless of the source?</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it-IT" sz="1800" b="1" dirty="0"/>
              <a:t>Data </a:t>
            </a:r>
            <a:r>
              <a:rPr lang="it-IT" sz="1800" b="1" dirty="0" err="1"/>
              <a:t>lake</a:t>
            </a:r>
            <a:endParaRPr lang="it-IT" sz="1800" b="1" dirty="0"/>
          </a:p>
          <a:p>
            <a:r>
              <a:rPr lang="it-IT" sz="1800" dirty="0"/>
              <a:t>Data </a:t>
            </a:r>
            <a:r>
              <a:rPr lang="it-IT" sz="1800" dirty="0" err="1"/>
              <a:t>warehouse</a:t>
            </a:r>
            <a:endParaRPr lang="it-IT" sz="1800" dirty="0"/>
          </a:p>
          <a:p>
            <a:r>
              <a:rPr lang="it-IT" sz="1800" dirty="0"/>
              <a:t>Database</a:t>
            </a:r>
          </a:p>
          <a:p>
            <a:r>
              <a:rPr lang="it-IT" sz="1800" dirty="0"/>
              <a:t>Data </a:t>
            </a:r>
            <a:r>
              <a:rPr lang="it-IT" sz="1800" dirty="0" err="1"/>
              <a:t>archive</a:t>
            </a:r>
            <a:endParaRPr sz="1800" dirty="0"/>
          </a:p>
        </p:txBody>
      </p:sp>
    </p:spTree>
    <p:extLst>
      <p:ext uri="{BB962C8B-B14F-4D97-AF65-F5344CB8AC3E}">
        <p14:creationId xmlns:p14="http://schemas.microsoft.com/office/powerpoint/2010/main" val="129586858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78. </a:t>
            </a:r>
            <a:r>
              <a:rPr lang="en-US" dirty="0"/>
              <a:t>An online retailer uses a smart analytics tool to ingest real-time customer behavior data to surface the best suggestions for particular users. How can machine learning guide this activity?</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Through machine learning, with every click that the user makes, their website experience becomes increasingly personalized.</a:t>
            </a:r>
          </a:p>
          <a:p>
            <a:r>
              <a:rPr lang="en-US" sz="1800" dirty="0"/>
              <a:t>Machine learning can be used to make all users see the same product recommendations, regardless of their preferences or behavior.</a:t>
            </a:r>
          </a:p>
          <a:p>
            <a:r>
              <a:rPr lang="en-US" sz="1800" dirty="0"/>
              <a:t>Machine learning can help identify user behavior in real time, but cannot make personalized suggestions based on the data.</a:t>
            </a:r>
          </a:p>
          <a:p>
            <a:r>
              <a:rPr lang="en-US" sz="1800" dirty="0"/>
              <a:t>Through machine learning, a user’s credit card transactions can be analyzed to determine regular purchases.</a:t>
            </a:r>
            <a:endParaRPr sz="1800" dirty="0"/>
          </a:p>
        </p:txBody>
      </p:sp>
    </p:spTree>
    <p:extLst>
      <p:ext uri="{BB962C8B-B14F-4D97-AF65-F5344CB8AC3E}">
        <p14:creationId xmlns:p14="http://schemas.microsoft.com/office/powerpoint/2010/main" val="317084561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78. </a:t>
            </a:r>
            <a:r>
              <a:rPr lang="en-US" dirty="0"/>
              <a:t>An online retailer uses a smart analytics tool to ingest real-time customer behavior data to surface the best suggestions for particular users. How can machine learning guide this activity?</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b="1" dirty="0"/>
              <a:t>Through machine learning, with every click that the user makes, their website experience becomes increasingly personalized.</a:t>
            </a:r>
          </a:p>
          <a:p>
            <a:r>
              <a:rPr lang="en-US" sz="1800" dirty="0"/>
              <a:t>Machine learning can be used to make all users see the same product recommendations, regardless of their preferences or behavior.</a:t>
            </a:r>
          </a:p>
          <a:p>
            <a:r>
              <a:rPr lang="en-US" sz="1800" dirty="0"/>
              <a:t>Machine learning can help identify user behavior in real time, but cannot make personalized suggestions based on the data.</a:t>
            </a:r>
          </a:p>
          <a:p>
            <a:r>
              <a:rPr lang="en-US" sz="1800" dirty="0"/>
              <a:t>Through machine learning, a user’s credit card transactions can be analyzed to determine regular purchases.</a:t>
            </a:r>
            <a:endParaRPr sz="1800" dirty="0"/>
          </a:p>
        </p:txBody>
      </p:sp>
    </p:spTree>
    <p:extLst>
      <p:ext uri="{BB962C8B-B14F-4D97-AF65-F5344CB8AC3E}">
        <p14:creationId xmlns:p14="http://schemas.microsoft.com/office/powerpoint/2010/main" val="294286514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79. </a:t>
            </a:r>
            <a:r>
              <a:rPr lang="en-US" dirty="0"/>
              <a:t>Which step in the data value chain is where collected raw data is transformed into a form that’s ready to derive insights from?</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it-IT" sz="1800" dirty="0"/>
              <a:t>Data </a:t>
            </a:r>
            <a:r>
              <a:rPr lang="it-IT" sz="1800" dirty="0" err="1"/>
              <a:t>analysis</a:t>
            </a:r>
            <a:endParaRPr lang="it-IT" sz="1800" dirty="0"/>
          </a:p>
          <a:p>
            <a:r>
              <a:rPr lang="it-IT" sz="1800" dirty="0"/>
              <a:t>Data processing</a:t>
            </a:r>
          </a:p>
          <a:p>
            <a:r>
              <a:rPr lang="it-IT" sz="1800" dirty="0"/>
              <a:t>Data storage</a:t>
            </a:r>
          </a:p>
          <a:p>
            <a:r>
              <a:rPr lang="it-IT" sz="1800" dirty="0"/>
              <a:t>Data </a:t>
            </a:r>
            <a:r>
              <a:rPr lang="it-IT" sz="1800" dirty="0" err="1"/>
              <a:t>genesis</a:t>
            </a:r>
            <a:endParaRPr sz="1800" dirty="0"/>
          </a:p>
        </p:txBody>
      </p:sp>
    </p:spTree>
    <p:extLst>
      <p:ext uri="{BB962C8B-B14F-4D97-AF65-F5344CB8AC3E}">
        <p14:creationId xmlns:p14="http://schemas.microsoft.com/office/powerpoint/2010/main" val="277813328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79. </a:t>
            </a:r>
            <a:r>
              <a:rPr lang="en-US" dirty="0"/>
              <a:t>Which step in the data value chain is where collected raw data is transformed into a form that’s ready to derive insights from?</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it-IT" sz="1800" dirty="0"/>
              <a:t>Data </a:t>
            </a:r>
            <a:r>
              <a:rPr lang="it-IT" sz="1800" dirty="0" err="1"/>
              <a:t>analysis</a:t>
            </a:r>
            <a:endParaRPr lang="it-IT" sz="1800" dirty="0"/>
          </a:p>
          <a:p>
            <a:r>
              <a:rPr lang="it-IT" sz="1800" b="1" dirty="0"/>
              <a:t>Data processing</a:t>
            </a:r>
          </a:p>
          <a:p>
            <a:r>
              <a:rPr lang="it-IT" sz="1800" dirty="0"/>
              <a:t>Data storage</a:t>
            </a:r>
          </a:p>
          <a:p>
            <a:r>
              <a:rPr lang="it-IT" sz="1800" dirty="0"/>
              <a:t>Data </a:t>
            </a:r>
            <a:r>
              <a:rPr lang="it-IT" sz="1800" dirty="0" err="1"/>
              <a:t>genesis</a:t>
            </a:r>
            <a:endParaRPr sz="1800" dirty="0"/>
          </a:p>
        </p:txBody>
      </p:sp>
    </p:spTree>
    <p:extLst>
      <p:ext uri="{BB962C8B-B14F-4D97-AF65-F5344CB8AC3E}">
        <p14:creationId xmlns:p14="http://schemas.microsoft.com/office/powerpoint/2010/main" val="265351441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80. </a:t>
            </a:r>
            <a:r>
              <a:rPr lang="en-US" dirty="0"/>
              <a:t>New cloud tools make it possible to harness the potential of unstructured data. Which of these use cases best demonstrates this?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Using GPS coordinates to power a ride-sharing app</a:t>
            </a:r>
          </a:p>
          <a:p>
            <a:r>
              <a:rPr lang="en-US" sz="1800" dirty="0"/>
              <a:t>Analyzing historical sales figures to predict future trends</a:t>
            </a:r>
          </a:p>
          <a:p>
            <a:r>
              <a:rPr lang="en-US" sz="1800" dirty="0"/>
              <a:t>Creating visualizations from seasonal weather data</a:t>
            </a:r>
          </a:p>
          <a:p>
            <a:r>
              <a:rPr lang="en-US" sz="1800" dirty="0"/>
              <a:t>Analyzing social media posts to identify sentiment toward a brand</a:t>
            </a:r>
            <a:endParaRPr sz="1800" dirty="0"/>
          </a:p>
        </p:txBody>
      </p:sp>
    </p:spTree>
    <p:extLst>
      <p:ext uri="{BB962C8B-B14F-4D97-AF65-F5344CB8AC3E}">
        <p14:creationId xmlns:p14="http://schemas.microsoft.com/office/powerpoint/2010/main" val="173280223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80. </a:t>
            </a:r>
            <a:r>
              <a:rPr lang="en-US" dirty="0"/>
              <a:t>New cloud tools make it possible to harness the potential of unstructured data. Which of these use cases best demonstrates this?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Using GPS coordinates to power a ride-sharing app</a:t>
            </a:r>
          </a:p>
          <a:p>
            <a:r>
              <a:rPr lang="en-US" sz="1800" dirty="0"/>
              <a:t>Analyzing historical sales figures to predict future trends</a:t>
            </a:r>
          </a:p>
          <a:p>
            <a:r>
              <a:rPr lang="en-US" sz="1800" dirty="0"/>
              <a:t>Creating visualizations from seasonal weather data</a:t>
            </a:r>
          </a:p>
          <a:p>
            <a:r>
              <a:rPr lang="en-US" sz="1800" b="1" dirty="0"/>
              <a:t>Analyzing social media posts to identify sentiment toward a brand</a:t>
            </a:r>
            <a:endParaRPr sz="1800" b="1" dirty="0"/>
          </a:p>
        </p:txBody>
      </p:sp>
    </p:spTree>
    <p:extLst>
      <p:ext uri="{BB962C8B-B14F-4D97-AF65-F5344CB8AC3E}">
        <p14:creationId xmlns:p14="http://schemas.microsoft.com/office/powerpoint/2010/main" val="202221457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81. </a:t>
            </a:r>
            <a:r>
              <a:rPr lang="en-US" dirty="0"/>
              <a:t>Which represents the proprietary customer datasets that a business collects from customer or audience transactions and interactions?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Second-party data</a:t>
            </a:r>
          </a:p>
          <a:p>
            <a:r>
              <a:rPr lang="en-US" sz="1800" dirty="0"/>
              <a:t>Third-party data</a:t>
            </a:r>
          </a:p>
          <a:p>
            <a:r>
              <a:rPr lang="en-US" sz="1800" dirty="0"/>
              <a:t>First-party data</a:t>
            </a:r>
            <a:endParaRPr sz="1800" dirty="0"/>
          </a:p>
        </p:txBody>
      </p:sp>
    </p:spTree>
    <p:extLst>
      <p:ext uri="{BB962C8B-B14F-4D97-AF65-F5344CB8AC3E}">
        <p14:creationId xmlns:p14="http://schemas.microsoft.com/office/powerpoint/2010/main" val="383396128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81. </a:t>
            </a:r>
            <a:r>
              <a:rPr lang="en-US" dirty="0"/>
              <a:t>Which represents the proprietary customer datasets that a business collects from customer or audience transactions and interactions?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Second-party data</a:t>
            </a:r>
          </a:p>
          <a:p>
            <a:r>
              <a:rPr lang="en-US" sz="1800" dirty="0"/>
              <a:t>Third-party data</a:t>
            </a:r>
          </a:p>
          <a:p>
            <a:r>
              <a:rPr lang="en-US" sz="1800" b="1" dirty="0"/>
              <a:t>First-party data</a:t>
            </a:r>
            <a:endParaRPr sz="1800" b="1" dirty="0"/>
          </a:p>
        </p:txBody>
      </p:sp>
    </p:spTree>
    <p:extLst>
      <p:ext uri="{BB962C8B-B14F-4D97-AF65-F5344CB8AC3E}">
        <p14:creationId xmlns:p14="http://schemas.microsoft.com/office/powerpoint/2010/main" val="132196719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82. </a:t>
            </a:r>
            <a:r>
              <a:rPr lang="en-US" dirty="0"/>
              <a:t>Which characteristic is true for all Cloud Storage classes?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Accessibility only within one region</a:t>
            </a:r>
          </a:p>
          <a:p>
            <a:r>
              <a:rPr lang="en-US" sz="1800" dirty="0"/>
              <a:t>Geo-redundancy if data is stored in a multi-region or dual-region</a:t>
            </a:r>
          </a:p>
          <a:p>
            <a:r>
              <a:rPr lang="en-US" sz="1800" dirty="0"/>
              <a:t>Maximum storage limits</a:t>
            </a:r>
          </a:p>
          <a:p>
            <a:r>
              <a:rPr lang="en-US" sz="1800" dirty="0"/>
              <a:t>High latency and low durability</a:t>
            </a:r>
            <a:endParaRPr sz="1800" dirty="0"/>
          </a:p>
        </p:txBody>
      </p:sp>
    </p:spTree>
    <p:extLst>
      <p:ext uri="{BB962C8B-B14F-4D97-AF65-F5344CB8AC3E}">
        <p14:creationId xmlns:p14="http://schemas.microsoft.com/office/powerpoint/2010/main" val="91895496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82. </a:t>
            </a:r>
            <a:r>
              <a:rPr lang="en-US" dirty="0"/>
              <a:t>Which characteristic is true for all Cloud Storage classes?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Accessibility only within one region</a:t>
            </a:r>
          </a:p>
          <a:p>
            <a:r>
              <a:rPr lang="en-US" sz="1800" b="1" dirty="0"/>
              <a:t>Geo-redundancy if data is stored in a multi-region or dual-region</a:t>
            </a:r>
          </a:p>
          <a:p>
            <a:r>
              <a:rPr lang="en-US" sz="1800" dirty="0"/>
              <a:t>Maximum storage limits</a:t>
            </a:r>
          </a:p>
          <a:p>
            <a:r>
              <a:rPr lang="en-US" sz="1800" dirty="0"/>
              <a:t>High latency and low durability</a:t>
            </a:r>
            <a:endParaRPr sz="1800" dirty="0"/>
          </a:p>
        </p:txBody>
      </p:sp>
    </p:spTree>
    <p:extLst>
      <p:ext uri="{BB962C8B-B14F-4D97-AF65-F5344CB8AC3E}">
        <p14:creationId xmlns:p14="http://schemas.microsoft.com/office/powerpoint/2010/main" val="161389495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83. </a:t>
            </a:r>
            <a:r>
              <a:rPr lang="en-US" dirty="0"/>
              <a:t>What are the two services that BigQuery provides?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Storage and analytics</a:t>
            </a:r>
          </a:p>
          <a:p>
            <a:r>
              <a:rPr lang="en-US" sz="1800" dirty="0"/>
              <a:t>Compute and analytics</a:t>
            </a:r>
          </a:p>
          <a:p>
            <a:r>
              <a:rPr lang="en-US" sz="1800" dirty="0"/>
              <a:t>Migration and analytics</a:t>
            </a:r>
          </a:p>
          <a:p>
            <a:r>
              <a:rPr lang="en-US" sz="1800" dirty="0"/>
              <a:t>Networking and storage</a:t>
            </a:r>
            <a:endParaRPr sz="1800" dirty="0"/>
          </a:p>
        </p:txBody>
      </p:sp>
    </p:spTree>
    <p:extLst>
      <p:ext uri="{BB962C8B-B14F-4D97-AF65-F5344CB8AC3E}">
        <p14:creationId xmlns:p14="http://schemas.microsoft.com/office/powerpoint/2010/main" val="56869303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83. </a:t>
            </a:r>
            <a:r>
              <a:rPr lang="en-US" dirty="0"/>
              <a:t>What are the two services that BigQuery provides?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b="1" dirty="0"/>
              <a:t>Storage and analytics</a:t>
            </a:r>
          </a:p>
          <a:p>
            <a:r>
              <a:rPr lang="en-US" sz="1800" dirty="0"/>
              <a:t>Compute and analytics</a:t>
            </a:r>
          </a:p>
          <a:p>
            <a:r>
              <a:rPr lang="en-US" sz="1800" dirty="0"/>
              <a:t>Migration and analytics</a:t>
            </a:r>
          </a:p>
          <a:p>
            <a:r>
              <a:rPr lang="en-US" sz="1800" dirty="0"/>
              <a:t>Networking and storage</a:t>
            </a:r>
            <a:endParaRPr sz="1800" dirty="0"/>
          </a:p>
        </p:txBody>
      </p:sp>
    </p:spTree>
    <p:extLst>
      <p:ext uri="{BB962C8B-B14F-4D97-AF65-F5344CB8AC3E}">
        <p14:creationId xmlns:p14="http://schemas.microsoft.com/office/powerpoint/2010/main" val="7163624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84. </a:t>
            </a:r>
            <a:r>
              <a:rPr lang="en-US" dirty="0"/>
              <a:t>Which Google Cloud product can be used to synchronize data across databases, storage systems, and applications?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s-ES_tradnl" sz="1800" dirty="0"/>
          </a:p>
          <a:p>
            <a:r>
              <a:rPr lang="es-ES_tradnl" sz="1800" dirty="0" err="1"/>
              <a:t>Dataprep</a:t>
            </a:r>
            <a:endParaRPr lang="es-ES_tradnl" sz="1800" dirty="0"/>
          </a:p>
          <a:p>
            <a:r>
              <a:rPr lang="es-ES_tradnl" sz="1800" dirty="0" err="1"/>
              <a:t>Datastream</a:t>
            </a:r>
            <a:endParaRPr lang="es-ES_tradnl" sz="1800" dirty="0"/>
          </a:p>
          <a:p>
            <a:r>
              <a:rPr lang="es-ES_tradnl" sz="1800" dirty="0"/>
              <a:t>Pub/Sub</a:t>
            </a:r>
          </a:p>
          <a:p>
            <a:r>
              <a:rPr lang="es-ES_tradnl" sz="1800" dirty="0" err="1"/>
              <a:t>Dataproc</a:t>
            </a:r>
            <a:endParaRPr sz="1800" dirty="0"/>
          </a:p>
        </p:txBody>
      </p:sp>
    </p:spTree>
    <p:extLst>
      <p:ext uri="{BB962C8B-B14F-4D97-AF65-F5344CB8AC3E}">
        <p14:creationId xmlns:p14="http://schemas.microsoft.com/office/powerpoint/2010/main" val="167670885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84. </a:t>
            </a:r>
            <a:r>
              <a:rPr lang="en-US" dirty="0"/>
              <a:t>Which Google Cloud product can be used to synchronize data across databases, storage systems, and applications?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s-ES_tradnl" sz="1800" dirty="0"/>
          </a:p>
          <a:p>
            <a:r>
              <a:rPr lang="es-ES_tradnl" sz="1800" dirty="0" err="1"/>
              <a:t>Dataprep</a:t>
            </a:r>
            <a:endParaRPr lang="es-ES_tradnl" sz="1800" dirty="0"/>
          </a:p>
          <a:p>
            <a:r>
              <a:rPr lang="es-ES_tradnl" sz="1800" b="1" dirty="0" err="1"/>
              <a:t>Datastream</a:t>
            </a:r>
            <a:endParaRPr lang="es-ES_tradnl" sz="1800" b="1" dirty="0"/>
          </a:p>
          <a:p>
            <a:r>
              <a:rPr lang="es-ES_tradnl" sz="1800" dirty="0"/>
              <a:t>Pub/Sub</a:t>
            </a:r>
          </a:p>
          <a:p>
            <a:r>
              <a:rPr lang="es-ES_tradnl" sz="1800" dirty="0" err="1"/>
              <a:t>Dataproc</a:t>
            </a:r>
            <a:endParaRPr sz="1800" dirty="0"/>
          </a:p>
        </p:txBody>
      </p:sp>
    </p:spTree>
    <p:extLst>
      <p:ext uri="{BB962C8B-B14F-4D97-AF65-F5344CB8AC3E}">
        <p14:creationId xmlns:p14="http://schemas.microsoft.com/office/powerpoint/2010/main" val="98052011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85. </a:t>
            </a:r>
            <a:r>
              <a:rPr lang="en-US" dirty="0"/>
              <a:t>Which would be the best SQL-based storage option for a transactional workload that requires global scalability?</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Cloud SQL</a:t>
            </a:r>
          </a:p>
          <a:p>
            <a:r>
              <a:rPr lang="en-US" sz="1800" dirty="0"/>
              <a:t>Bigtable</a:t>
            </a:r>
          </a:p>
          <a:p>
            <a:r>
              <a:rPr lang="en-US" sz="1800" dirty="0" err="1"/>
              <a:t>Firestore</a:t>
            </a:r>
            <a:endParaRPr lang="en-US" sz="1800" dirty="0"/>
          </a:p>
          <a:p>
            <a:r>
              <a:rPr lang="en-US" sz="1800" dirty="0"/>
              <a:t>Spanner</a:t>
            </a:r>
            <a:endParaRPr sz="1800" dirty="0"/>
          </a:p>
        </p:txBody>
      </p:sp>
    </p:spTree>
    <p:extLst>
      <p:ext uri="{BB962C8B-B14F-4D97-AF65-F5344CB8AC3E}">
        <p14:creationId xmlns:p14="http://schemas.microsoft.com/office/powerpoint/2010/main" val="324927728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85. </a:t>
            </a:r>
            <a:r>
              <a:rPr lang="en-US" dirty="0"/>
              <a:t>Which would be the best SQL-based storage option for a transactional workload that requires global scalability?</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Cloud SQL</a:t>
            </a:r>
          </a:p>
          <a:p>
            <a:r>
              <a:rPr lang="en-US" sz="1800" dirty="0"/>
              <a:t>Bigtable</a:t>
            </a:r>
          </a:p>
          <a:p>
            <a:r>
              <a:rPr lang="en-US" sz="1800" dirty="0" err="1"/>
              <a:t>Firestore</a:t>
            </a:r>
            <a:endParaRPr lang="en-US" sz="1800" dirty="0"/>
          </a:p>
          <a:p>
            <a:r>
              <a:rPr lang="en-US" sz="1800" b="1" dirty="0"/>
              <a:t>Spanner</a:t>
            </a:r>
            <a:endParaRPr sz="1800" b="1" dirty="0"/>
          </a:p>
        </p:txBody>
      </p:sp>
    </p:spTree>
    <p:extLst>
      <p:ext uri="{BB962C8B-B14F-4D97-AF65-F5344CB8AC3E}">
        <p14:creationId xmlns:p14="http://schemas.microsoft.com/office/powerpoint/2010/main" val="112771346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86. </a:t>
            </a:r>
            <a:r>
              <a:rPr lang="en-US" dirty="0"/>
              <a:t>Which strategy describes when databases are migrated from on-premises and private cloud environments to the same type of database hosted by a public cloud provider?</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Lift and shift</a:t>
            </a:r>
          </a:p>
          <a:p>
            <a:r>
              <a:rPr lang="en-US" sz="1800" dirty="0"/>
              <a:t>Refactoring</a:t>
            </a:r>
          </a:p>
          <a:p>
            <a:r>
              <a:rPr lang="en-US" sz="1800" dirty="0"/>
              <a:t>Managed database migration</a:t>
            </a:r>
          </a:p>
          <a:p>
            <a:r>
              <a:rPr lang="en-US" sz="1800" dirty="0"/>
              <a:t>Remain on-premises</a:t>
            </a:r>
            <a:endParaRPr sz="1800" dirty="0"/>
          </a:p>
        </p:txBody>
      </p:sp>
    </p:spTree>
    <p:extLst>
      <p:ext uri="{BB962C8B-B14F-4D97-AF65-F5344CB8AC3E}">
        <p14:creationId xmlns:p14="http://schemas.microsoft.com/office/powerpoint/2010/main" val="278833946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86. </a:t>
            </a:r>
            <a:r>
              <a:rPr lang="en-US" dirty="0"/>
              <a:t>Which strategy describes when databases are migrated from on-premises and private cloud environments to the same type of database hosted by a public cloud provider?</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b="1" dirty="0"/>
              <a:t>Lift and shift</a:t>
            </a:r>
          </a:p>
          <a:p>
            <a:r>
              <a:rPr lang="en-US" sz="1800" dirty="0"/>
              <a:t>Refactoring</a:t>
            </a:r>
          </a:p>
          <a:p>
            <a:r>
              <a:rPr lang="en-US" sz="1800" dirty="0"/>
              <a:t>Managed database migration</a:t>
            </a:r>
          </a:p>
          <a:p>
            <a:r>
              <a:rPr lang="en-US" sz="1800" dirty="0"/>
              <a:t>Remain on-premises</a:t>
            </a:r>
            <a:endParaRPr sz="1800" dirty="0"/>
          </a:p>
        </p:txBody>
      </p:sp>
    </p:spTree>
    <p:extLst>
      <p:ext uri="{BB962C8B-B14F-4D97-AF65-F5344CB8AC3E}">
        <p14:creationId xmlns:p14="http://schemas.microsoft.com/office/powerpoint/2010/main" val="1057367793"/>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87. </a:t>
            </a:r>
            <a:r>
              <a:rPr lang="en-US" dirty="0"/>
              <a:t>A data analyst for an online retailer must produce a sales report at the end of each quarter. Which Cloud Storage class should the retailer use for data accessed every 90 days?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Archive</a:t>
            </a:r>
          </a:p>
          <a:p>
            <a:r>
              <a:rPr lang="en-US" sz="1800" dirty="0" err="1"/>
              <a:t>Coldline</a:t>
            </a:r>
            <a:endParaRPr lang="en-US" sz="1800" dirty="0"/>
          </a:p>
          <a:p>
            <a:r>
              <a:rPr lang="en-US" sz="1800" dirty="0"/>
              <a:t>Standard</a:t>
            </a:r>
          </a:p>
          <a:p>
            <a:r>
              <a:rPr lang="en-US" sz="1800" dirty="0"/>
              <a:t>Nearline</a:t>
            </a:r>
            <a:endParaRPr sz="1800" dirty="0"/>
          </a:p>
        </p:txBody>
      </p:sp>
    </p:spTree>
    <p:extLst>
      <p:ext uri="{BB962C8B-B14F-4D97-AF65-F5344CB8AC3E}">
        <p14:creationId xmlns:p14="http://schemas.microsoft.com/office/powerpoint/2010/main" val="3470036717"/>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87. </a:t>
            </a:r>
            <a:r>
              <a:rPr lang="en-US" dirty="0"/>
              <a:t>A data analyst for an online retailer must produce a sales report at the end of each quarter. Which Cloud Storage class should the retailer use for data accessed every 90 days?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Archive</a:t>
            </a:r>
          </a:p>
          <a:p>
            <a:r>
              <a:rPr lang="en-US" sz="1800" b="1" dirty="0" err="1"/>
              <a:t>Coldline</a:t>
            </a:r>
            <a:endParaRPr lang="en-US" sz="1800" b="1" dirty="0"/>
          </a:p>
          <a:p>
            <a:r>
              <a:rPr lang="en-US" sz="1800" dirty="0"/>
              <a:t>Standard</a:t>
            </a:r>
          </a:p>
          <a:p>
            <a:r>
              <a:rPr lang="en-US" sz="1800" dirty="0"/>
              <a:t>Nearline</a:t>
            </a:r>
            <a:endParaRPr sz="1800" dirty="0"/>
          </a:p>
        </p:txBody>
      </p:sp>
    </p:spTree>
    <p:extLst>
      <p:ext uri="{BB962C8B-B14F-4D97-AF65-F5344CB8AC3E}">
        <p14:creationId xmlns:p14="http://schemas.microsoft.com/office/powerpoint/2010/main" val="137385337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88. </a:t>
            </a:r>
            <a:r>
              <a:rPr lang="en-US" dirty="0"/>
              <a:t>Data in the form of video, pictures, and audio recordings is well suited to object storage. Which product is best for storing this kind of data?</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s-ES_tradnl" sz="1800" dirty="0"/>
              <a:t>Cloud Storage</a:t>
            </a:r>
          </a:p>
          <a:p>
            <a:r>
              <a:rPr lang="es-ES_tradnl" sz="1800" dirty="0"/>
              <a:t>Cloud SQL</a:t>
            </a:r>
          </a:p>
          <a:p>
            <a:r>
              <a:rPr lang="es-ES_tradnl" sz="1800" dirty="0" err="1"/>
              <a:t>Firestore</a:t>
            </a:r>
            <a:endParaRPr lang="es-ES_tradnl" sz="1800" dirty="0"/>
          </a:p>
          <a:p>
            <a:r>
              <a:rPr lang="es-ES_tradnl" sz="1800" dirty="0" err="1"/>
              <a:t>BigQuery</a:t>
            </a:r>
            <a:endParaRPr sz="1800" dirty="0"/>
          </a:p>
        </p:txBody>
      </p:sp>
    </p:spTree>
    <p:extLst>
      <p:ext uri="{BB962C8B-B14F-4D97-AF65-F5344CB8AC3E}">
        <p14:creationId xmlns:p14="http://schemas.microsoft.com/office/powerpoint/2010/main" val="1710034630"/>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88. </a:t>
            </a:r>
            <a:r>
              <a:rPr lang="en-US" dirty="0"/>
              <a:t>Data in the form of video, pictures, and audio recordings is well suited to object storage. Which product is best for storing this kind of data?</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s-ES_tradnl" sz="1800" b="1" dirty="0"/>
              <a:t>Cloud Storage</a:t>
            </a:r>
          </a:p>
          <a:p>
            <a:r>
              <a:rPr lang="es-ES_tradnl" sz="1800" dirty="0"/>
              <a:t>Cloud SQL</a:t>
            </a:r>
          </a:p>
          <a:p>
            <a:r>
              <a:rPr lang="es-ES_tradnl" sz="1800" dirty="0" err="1"/>
              <a:t>Firestore</a:t>
            </a:r>
            <a:endParaRPr lang="es-ES_tradnl" sz="1800" dirty="0"/>
          </a:p>
          <a:p>
            <a:r>
              <a:rPr lang="es-ES_tradnl" sz="1800" dirty="0" err="1"/>
              <a:t>BigQuery</a:t>
            </a:r>
            <a:endParaRPr sz="1800" dirty="0"/>
          </a:p>
        </p:txBody>
      </p:sp>
    </p:spTree>
    <p:extLst>
      <p:ext uri="{BB962C8B-B14F-4D97-AF65-F5344CB8AC3E}">
        <p14:creationId xmlns:p14="http://schemas.microsoft.com/office/powerpoint/2010/main" val="1167859744"/>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89. </a:t>
            </a:r>
            <a:r>
              <a:rPr lang="en-US" dirty="0"/>
              <a:t>What is Google's big data database service that powers many core Google services, including Google Search, Google Analytics, Google Maps Platform, and Gmail?</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Spanner</a:t>
            </a:r>
          </a:p>
          <a:p>
            <a:r>
              <a:rPr lang="en-US" sz="1800" dirty="0"/>
              <a:t>Cloud SQL</a:t>
            </a:r>
          </a:p>
          <a:p>
            <a:r>
              <a:rPr lang="en-US" sz="1800" dirty="0"/>
              <a:t>Bigtable</a:t>
            </a:r>
          </a:p>
          <a:p>
            <a:r>
              <a:rPr lang="en-US" sz="1800" dirty="0"/>
              <a:t>Cloud Storage</a:t>
            </a:r>
            <a:endParaRPr sz="1800" dirty="0"/>
          </a:p>
        </p:txBody>
      </p:sp>
    </p:spTree>
    <p:extLst>
      <p:ext uri="{BB962C8B-B14F-4D97-AF65-F5344CB8AC3E}">
        <p14:creationId xmlns:p14="http://schemas.microsoft.com/office/powerpoint/2010/main" val="2637438348"/>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89. </a:t>
            </a:r>
            <a:r>
              <a:rPr lang="en-US" dirty="0"/>
              <a:t>What is Google's big data database service that powers many core Google services, including Google Search, Google Analytics, Google Maps Platform, and Gmail?</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Spanner</a:t>
            </a:r>
          </a:p>
          <a:p>
            <a:r>
              <a:rPr lang="en-US" sz="1800" dirty="0"/>
              <a:t>Cloud SQL</a:t>
            </a:r>
          </a:p>
          <a:p>
            <a:r>
              <a:rPr lang="en-US" sz="1800" b="1" dirty="0"/>
              <a:t>Bigtable</a:t>
            </a:r>
          </a:p>
          <a:p>
            <a:r>
              <a:rPr lang="en-US" sz="1800" dirty="0"/>
              <a:t>Cloud Storage</a:t>
            </a:r>
            <a:endParaRPr sz="1800" dirty="0"/>
          </a:p>
        </p:txBody>
      </p:sp>
    </p:spTree>
    <p:extLst>
      <p:ext uri="{BB962C8B-B14F-4D97-AF65-F5344CB8AC3E}">
        <p14:creationId xmlns:p14="http://schemas.microsoft.com/office/powerpoint/2010/main" val="423004942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90. </a:t>
            </a:r>
            <a:r>
              <a:rPr lang="en-US" dirty="0"/>
              <a:t>Which is the best SQL-based storage option for a transactional workload that requires local or regional scalability?</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s-ES_tradnl" sz="1800" dirty="0"/>
          </a:p>
          <a:p>
            <a:r>
              <a:rPr lang="es-ES_tradnl" sz="1800" dirty="0"/>
              <a:t>Cloud Storage</a:t>
            </a:r>
          </a:p>
          <a:p>
            <a:r>
              <a:rPr lang="es-ES_tradnl" sz="1800" dirty="0" err="1"/>
              <a:t>Spanner</a:t>
            </a:r>
            <a:endParaRPr lang="es-ES_tradnl" sz="1800" dirty="0"/>
          </a:p>
          <a:p>
            <a:r>
              <a:rPr lang="es-ES_tradnl" sz="1800" dirty="0" err="1"/>
              <a:t>Bigtable</a:t>
            </a:r>
            <a:endParaRPr lang="es-ES_tradnl" sz="1800" dirty="0"/>
          </a:p>
          <a:p>
            <a:r>
              <a:rPr lang="es-ES_tradnl" sz="1800" dirty="0"/>
              <a:t>Cloud SQL</a:t>
            </a:r>
            <a:endParaRPr sz="1800" dirty="0"/>
          </a:p>
        </p:txBody>
      </p:sp>
    </p:spTree>
    <p:extLst>
      <p:ext uri="{BB962C8B-B14F-4D97-AF65-F5344CB8AC3E}">
        <p14:creationId xmlns:p14="http://schemas.microsoft.com/office/powerpoint/2010/main" val="2537724619"/>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90. </a:t>
            </a:r>
            <a:r>
              <a:rPr lang="en-US" dirty="0"/>
              <a:t>Which is the best SQL-based storage option for a transactional workload that requires local or regional scalability?</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s-ES_tradnl" sz="1800" dirty="0"/>
          </a:p>
          <a:p>
            <a:r>
              <a:rPr lang="es-ES_tradnl" sz="1800" dirty="0"/>
              <a:t>Cloud Storage</a:t>
            </a:r>
          </a:p>
          <a:p>
            <a:r>
              <a:rPr lang="es-ES_tradnl" sz="1800" dirty="0" err="1"/>
              <a:t>Spanner</a:t>
            </a:r>
            <a:endParaRPr lang="es-ES_tradnl" sz="1800" dirty="0"/>
          </a:p>
          <a:p>
            <a:r>
              <a:rPr lang="es-ES_tradnl" sz="1800" dirty="0" err="1"/>
              <a:t>Bigtable</a:t>
            </a:r>
            <a:endParaRPr lang="es-ES_tradnl" sz="1800" dirty="0"/>
          </a:p>
          <a:p>
            <a:r>
              <a:rPr lang="es-ES_tradnl" sz="1800" b="1" dirty="0"/>
              <a:t>Cloud SQL</a:t>
            </a:r>
            <a:endParaRPr sz="1800" b="1" dirty="0"/>
          </a:p>
        </p:txBody>
      </p:sp>
    </p:spTree>
    <p:extLst>
      <p:ext uri="{BB962C8B-B14F-4D97-AF65-F5344CB8AC3E}">
        <p14:creationId xmlns:p14="http://schemas.microsoft.com/office/powerpoint/2010/main" val="109688287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91. </a:t>
            </a:r>
            <a:r>
              <a:rPr lang="en-US" dirty="0"/>
              <a:t>BigQuery works in a multicloud environment. How do organizations benefit from this feature?</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Security is more effective when </a:t>
            </a:r>
            <a:r>
              <a:rPr lang="en-US" sz="1800" dirty="0" err="1"/>
              <a:t>BigQuery</a:t>
            </a:r>
            <a:r>
              <a:rPr lang="en-US" sz="1800" dirty="0"/>
              <a:t> is run in on-premises environments.</a:t>
            </a:r>
          </a:p>
          <a:p>
            <a:r>
              <a:rPr lang="en-US" sz="1800" dirty="0"/>
              <a:t>Data teams can eradicate data silos by analyzing data across multiple cloud providers.</a:t>
            </a:r>
          </a:p>
          <a:p>
            <a:r>
              <a:rPr lang="en-US" sz="1800" dirty="0" err="1"/>
              <a:t>BigQuery</a:t>
            </a:r>
            <a:r>
              <a:rPr lang="en-US" sz="1800" dirty="0"/>
              <a:t> lets organizations save costs by limiting the number of cloud providers they use.</a:t>
            </a:r>
          </a:p>
          <a:p>
            <a:r>
              <a:rPr lang="en-US" sz="1800" dirty="0" err="1"/>
              <a:t>Multicloud</a:t>
            </a:r>
            <a:r>
              <a:rPr lang="en-US" sz="1800" dirty="0"/>
              <a:t> support in </a:t>
            </a:r>
            <a:r>
              <a:rPr lang="en-US" sz="1800" dirty="0" err="1"/>
              <a:t>BigQuery</a:t>
            </a:r>
            <a:r>
              <a:rPr lang="en-US" sz="1800" dirty="0"/>
              <a:t> is only intended for use in disaster recovery scenarios.</a:t>
            </a:r>
            <a:endParaRPr sz="1800" dirty="0"/>
          </a:p>
        </p:txBody>
      </p:sp>
    </p:spTree>
    <p:extLst>
      <p:ext uri="{BB962C8B-B14F-4D97-AF65-F5344CB8AC3E}">
        <p14:creationId xmlns:p14="http://schemas.microsoft.com/office/powerpoint/2010/main" val="4254127713"/>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91. </a:t>
            </a:r>
            <a:r>
              <a:rPr lang="en-US" dirty="0"/>
              <a:t>BigQuery works in a multicloud environment. How do organizations benefit from this feature?</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Security is more effective when </a:t>
            </a:r>
            <a:r>
              <a:rPr lang="en-US" sz="1800" dirty="0" err="1"/>
              <a:t>BigQuery</a:t>
            </a:r>
            <a:r>
              <a:rPr lang="en-US" sz="1800" dirty="0"/>
              <a:t> is run in on-premises environments.</a:t>
            </a:r>
          </a:p>
          <a:p>
            <a:r>
              <a:rPr lang="en-US" sz="1800" b="1" dirty="0"/>
              <a:t>Data teams can eradicate data silos by analyzing data across multiple cloud providers.</a:t>
            </a:r>
          </a:p>
          <a:p>
            <a:r>
              <a:rPr lang="en-US" sz="1800" dirty="0" err="1"/>
              <a:t>BigQuery</a:t>
            </a:r>
            <a:r>
              <a:rPr lang="en-US" sz="1800" dirty="0"/>
              <a:t> lets organizations save costs by limiting the number of cloud providers they use.</a:t>
            </a:r>
          </a:p>
          <a:p>
            <a:r>
              <a:rPr lang="en-US" sz="1800" dirty="0" err="1"/>
              <a:t>Multicloud</a:t>
            </a:r>
            <a:r>
              <a:rPr lang="en-US" sz="1800" dirty="0"/>
              <a:t> support in </a:t>
            </a:r>
            <a:r>
              <a:rPr lang="en-US" sz="1800" dirty="0" err="1"/>
              <a:t>BigQuery</a:t>
            </a:r>
            <a:r>
              <a:rPr lang="en-US" sz="1800" dirty="0"/>
              <a:t> is only intended for use in disaster recovery scenarios.</a:t>
            </a:r>
            <a:endParaRPr sz="1800" dirty="0"/>
          </a:p>
        </p:txBody>
      </p:sp>
    </p:spTree>
    <p:extLst>
      <p:ext uri="{BB962C8B-B14F-4D97-AF65-F5344CB8AC3E}">
        <p14:creationId xmlns:p14="http://schemas.microsoft.com/office/powerpoint/2010/main" val="73777487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86. </a:t>
            </a:r>
            <a:r>
              <a:rPr lang="en-US" dirty="0"/>
              <a:t>What feature of Looker makes it easy to integrate into existing workflows and share with multiple teams at an organization?</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It supports over 60 different SQL databases.</a:t>
            </a:r>
          </a:p>
          <a:p>
            <a:r>
              <a:rPr lang="en-US" sz="1800" dirty="0"/>
              <a:t>It’s cost effective.</a:t>
            </a:r>
          </a:p>
          <a:p>
            <a:r>
              <a:rPr lang="en-US" sz="1800" dirty="0"/>
              <a:t>It’s 100% web based.</a:t>
            </a:r>
          </a:p>
          <a:p>
            <a:r>
              <a:rPr lang="en-US" sz="1800" dirty="0"/>
              <a:t>It creates easy to understand visualizations.</a:t>
            </a:r>
            <a:endParaRPr sz="1800" dirty="0"/>
          </a:p>
        </p:txBody>
      </p:sp>
    </p:spTree>
    <p:extLst>
      <p:ext uri="{BB962C8B-B14F-4D97-AF65-F5344CB8AC3E}">
        <p14:creationId xmlns:p14="http://schemas.microsoft.com/office/powerpoint/2010/main" val="4206816191"/>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86. </a:t>
            </a:r>
            <a:r>
              <a:rPr lang="en-US" dirty="0"/>
              <a:t>What feature of Looker makes it easy to integrate into existing workflows and share with multiple teams at an organization?</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It supports over 60 different SQL databases.</a:t>
            </a:r>
          </a:p>
          <a:p>
            <a:r>
              <a:rPr lang="en-US" sz="1800" dirty="0"/>
              <a:t>It’s cost effective.</a:t>
            </a:r>
          </a:p>
          <a:p>
            <a:r>
              <a:rPr lang="en-US" sz="1800" b="1" dirty="0"/>
              <a:t>It’s 100% web based.</a:t>
            </a:r>
          </a:p>
          <a:p>
            <a:r>
              <a:rPr lang="en-US" sz="1800" dirty="0"/>
              <a:t>It creates easy to understand visualizations.</a:t>
            </a:r>
            <a:endParaRPr sz="1800" dirty="0"/>
          </a:p>
        </p:txBody>
      </p:sp>
    </p:spTree>
    <p:extLst>
      <p:ext uri="{BB962C8B-B14F-4D97-AF65-F5344CB8AC3E}">
        <p14:creationId xmlns:p14="http://schemas.microsoft.com/office/powerpoint/2010/main" val="1867794436"/>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87. </a:t>
            </a:r>
            <a:r>
              <a:rPr lang="en-US" dirty="0"/>
              <a:t>What Google Cloud business intelligence platform is designed to help individuals and teams analyze, visualize, and share data?	</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err="1"/>
              <a:t>Dataplex</a:t>
            </a:r>
            <a:endParaRPr lang="en-US" sz="1800" dirty="0"/>
          </a:p>
          <a:p>
            <a:r>
              <a:rPr lang="en-US" sz="1800" dirty="0"/>
              <a:t>Cloud Storage</a:t>
            </a:r>
          </a:p>
          <a:p>
            <a:r>
              <a:rPr lang="en-US" sz="1800" dirty="0"/>
              <a:t>Looker</a:t>
            </a:r>
          </a:p>
          <a:p>
            <a:r>
              <a:rPr lang="en-US" sz="1800" dirty="0"/>
              <a:t>Dataflow</a:t>
            </a:r>
            <a:endParaRPr sz="1800" dirty="0"/>
          </a:p>
        </p:txBody>
      </p:sp>
    </p:spTree>
    <p:extLst>
      <p:ext uri="{BB962C8B-B14F-4D97-AF65-F5344CB8AC3E}">
        <p14:creationId xmlns:p14="http://schemas.microsoft.com/office/powerpoint/2010/main" val="364189558"/>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87. </a:t>
            </a:r>
            <a:r>
              <a:rPr lang="en-US" dirty="0"/>
              <a:t>What Google Cloud business intelligence platform is designed to help individuals and teams analyze, visualize, and share data?	</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err="1"/>
              <a:t>Dataplex</a:t>
            </a:r>
            <a:endParaRPr lang="en-US" sz="1800" dirty="0"/>
          </a:p>
          <a:p>
            <a:r>
              <a:rPr lang="en-US" sz="1800" dirty="0"/>
              <a:t>Cloud Storage</a:t>
            </a:r>
          </a:p>
          <a:p>
            <a:r>
              <a:rPr lang="en-US" sz="1800" b="1" dirty="0"/>
              <a:t>Looker</a:t>
            </a:r>
          </a:p>
          <a:p>
            <a:r>
              <a:rPr lang="en-US" sz="1800" dirty="0"/>
              <a:t>Dataflow</a:t>
            </a:r>
            <a:endParaRPr sz="1800" dirty="0"/>
          </a:p>
        </p:txBody>
      </p:sp>
    </p:spTree>
    <p:extLst>
      <p:ext uri="{BB962C8B-B14F-4D97-AF65-F5344CB8AC3E}">
        <p14:creationId xmlns:p14="http://schemas.microsoft.com/office/powerpoint/2010/main" val="237499269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88. </a:t>
            </a:r>
            <a:r>
              <a:rPr lang="en-US" dirty="0"/>
              <a:t>Streaming analytics is the processing and analyzing of data records continuously instead of in batches. Which option is a source of streaming data?</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Medical test results</a:t>
            </a:r>
          </a:p>
          <a:p>
            <a:r>
              <a:rPr lang="en-US" sz="1800" dirty="0"/>
              <a:t>Payroll records</a:t>
            </a:r>
          </a:p>
          <a:p>
            <a:r>
              <a:rPr lang="en-US" sz="1800" dirty="0"/>
              <a:t>Customer email addresses</a:t>
            </a:r>
          </a:p>
          <a:p>
            <a:r>
              <a:rPr lang="en-US" sz="1800" dirty="0"/>
              <a:t>Temperature sensors</a:t>
            </a:r>
            <a:endParaRPr sz="1800" dirty="0"/>
          </a:p>
        </p:txBody>
      </p:sp>
    </p:spTree>
    <p:extLst>
      <p:ext uri="{BB962C8B-B14F-4D97-AF65-F5344CB8AC3E}">
        <p14:creationId xmlns:p14="http://schemas.microsoft.com/office/powerpoint/2010/main" val="4135003408"/>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88. </a:t>
            </a:r>
            <a:r>
              <a:rPr lang="en-US" dirty="0"/>
              <a:t>Streaming analytics is the processing and analyzing of data records continuously instead of in batches. Which option is a source of streaming data?</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Medical test results</a:t>
            </a:r>
          </a:p>
          <a:p>
            <a:r>
              <a:rPr lang="en-US" sz="1800" dirty="0"/>
              <a:t>Payroll records</a:t>
            </a:r>
          </a:p>
          <a:p>
            <a:r>
              <a:rPr lang="en-US" sz="1800" dirty="0"/>
              <a:t>Customer email addresses</a:t>
            </a:r>
          </a:p>
          <a:p>
            <a:r>
              <a:rPr lang="en-US" sz="1800" b="1" dirty="0"/>
              <a:t>Temperature sensors</a:t>
            </a:r>
            <a:endParaRPr sz="1800" b="1" dirty="0"/>
          </a:p>
        </p:txBody>
      </p:sp>
    </p:spTree>
    <p:extLst>
      <p:ext uri="{BB962C8B-B14F-4D97-AF65-F5344CB8AC3E}">
        <p14:creationId xmlns:p14="http://schemas.microsoft.com/office/powerpoint/2010/main" val="656508283"/>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89. </a:t>
            </a:r>
            <a:r>
              <a:rPr lang="en-US" dirty="0"/>
              <a:t>What does ETL stand for in the context of data processing?</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Enhanced transaction logic</a:t>
            </a:r>
          </a:p>
          <a:p>
            <a:r>
              <a:rPr lang="en-US" sz="1800" dirty="0"/>
              <a:t>Event-time logic</a:t>
            </a:r>
          </a:p>
          <a:p>
            <a:r>
              <a:rPr lang="en-US" sz="1800" dirty="0"/>
              <a:t>Extract, transform, and load</a:t>
            </a:r>
          </a:p>
          <a:p>
            <a:r>
              <a:rPr lang="en-US" sz="1800" dirty="0"/>
              <a:t>Enrichment, tagging, and labeling</a:t>
            </a:r>
            <a:endParaRPr sz="1800" dirty="0"/>
          </a:p>
        </p:txBody>
      </p:sp>
    </p:spTree>
    <p:extLst>
      <p:ext uri="{BB962C8B-B14F-4D97-AF65-F5344CB8AC3E}">
        <p14:creationId xmlns:p14="http://schemas.microsoft.com/office/powerpoint/2010/main" val="122711192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89. </a:t>
            </a:r>
            <a:r>
              <a:rPr lang="en-US" dirty="0"/>
              <a:t>What does ETL stand for in the context of data processing?</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Enhanced transaction logic</a:t>
            </a:r>
          </a:p>
          <a:p>
            <a:r>
              <a:rPr lang="en-US" sz="1800" dirty="0"/>
              <a:t>Event-time logic</a:t>
            </a:r>
          </a:p>
          <a:p>
            <a:r>
              <a:rPr lang="en-US" sz="1800" b="1" dirty="0"/>
              <a:t>Extract, transform, and load</a:t>
            </a:r>
          </a:p>
          <a:p>
            <a:r>
              <a:rPr lang="en-US" sz="1800" dirty="0"/>
              <a:t>Enrichment, tagging, and labeling</a:t>
            </a:r>
            <a:endParaRPr sz="1800" dirty="0"/>
          </a:p>
        </p:txBody>
      </p:sp>
    </p:spTree>
    <p:extLst>
      <p:ext uri="{BB962C8B-B14F-4D97-AF65-F5344CB8AC3E}">
        <p14:creationId xmlns:p14="http://schemas.microsoft.com/office/powerpoint/2010/main" val="301671070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90. </a:t>
            </a:r>
            <a:r>
              <a:rPr lang="en-US" dirty="0"/>
              <a:t>Which statement is true about Dataflow?</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It’s a cloud-based data warehouse for storing and analyzing streaming and batch data.</a:t>
            </a:r>
          </a:p>
          <a:p>
            <a:r>
              <a:rPr lang="en-US" sz="1800" dirty="0"/>
              <a:t>It’s a messaging service for receiving messages from various device streams.</a:t>
            </a:r>
          </a:p>
          <a:p>
            <a:r>
              <a:rPr lang="en-US" sz="1800" dirty="0"/>
              <a:t>It handles infrastructure setup and maintenance for processing pipelines.</a:t>
            </a:r>
          </a:p>
          <a:p>
            <a:r>
              <a:rPr lang="en-US" sz="1800" dirty="0"/>
              <a:t>It allows easy data cleaning and transformation through visual tools and machine learning-based suggestions.</a:t>
            </a:r>
            <a:endParaRPr sz="1800" dirty="0"/>
          </a:p>
        </p:txBody>
      </p:sp>
    </p:spTree>
    <p:extLst>
      <p:ext uri="{BB962C8B-B14F-4D97-AF65-F5344CB8AC3E}">
        <p14:creationId xmlns:p14="http://schemas.microsoft.com/office/powerpoint/2010/main" val="175020005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90. </a:t>
            </a:r>
            <a:r>
              <a:rPr lang="en-US" dirty="0"/>
              <a:t>Which statement is true about Dataflow?</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It’s a cloud-based data warehouse for storing and analyzing streaming and batch data.</a:t>
            </a:r>
          </a:p>
          <a:p>
            <a:r>
              <a:rPr lang="en-US" sz="1800" dirty="0"/>
              <a:t>It’s a messaging service for receiving messages from various device streams.</a:t>
            </a:r>
          </a:p>
          <a:p>
            <a:r>
              <a:rPr lang="en-US" sz="1800" b="1" dirty="0"/>
              <a:t>It handles infrastructure setup and maintenance for processing pipelines.</a:t>
            </a:r>
          </a:p>
          <a:p>
            <a:r>
              <a:rPr lang="en-US" sz="1800" dirty="0"/>
              <a:t>It allows easy data cleaning and transformation through visual tools and machine learning-based suggestions.</a:t>
            </a:r>
            <a:endParaRPr sz="1800" dirty="0"/>
          </a:p>
        </p:txBody>
      </p:sp>
    </p:spTree>
    <p:extLst>
      <p:ext uri="{BB962C8B-B14F-4D97-AF65-F5344CB8AC3E}">
        <p14:creationId xmlns:p14="http://schemas.microsoft.com/office/powerpoint/2010/main" val="2975240059"/>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91. </a:t>
            </a:r>
            <a:r>
              <a:rPr lang="en-US" dirty="0"/>
              <a:t>What open source platform, originally developed by Google, manages containerized workloads and services?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s-ES_tradnl" sz="1800" dirty="0" err="1"/>
              <a:t>Kubernetes</a:t>
            </a:r>
            <a:endParaRPr lang="es-ES_tradnl" sz="1800" dirty="0"/>
          </a:p>
          <a:p>
            <a:r>
              <a:rPr lang="es-ES_tradnl" sz="1800" dirty="0" err="1"/>
              <a:t>Go</a:t>
            </a:r>
            <a:endParaRPr lang="es-ES_tradnl" sz="1800" dirty="0"/>
          </a:p>
          <a:p>
            <a:r>
              <a:rPr lang="es-ES_tradnl" sz="1800" dirty="0" err="1"/>
              <a:t>TensorFlow</a:t>
            </a:r>
            <a:endParaRPr lang="es-ES_tradnl" sz="1800" dirty="0"/>
          </a:p>
          <a:p>
            <a:r>
              <a:rPr lang="es-ES_tradnl" sz="1800" dirty="0"/>
              <a:t>Angular</a:t>
            </a:r>
            <a:endParaRPr sz="1800" dirty="0"/>
          </a:p>
        </p:txBody>
      </p:sp>
    </p:spTree>
    <p:extLst>
      <p:ext uri="{BB962C8B-B14F-4D97-AF65-F5344CB8AC3E}">
        <p14:creationId xmlns:p14="http://schemas.microsoft.com/office/powerpoint/2010/main" val="2854040135"/>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91. </a:t>
            </a:r>
            <a:r>
              <a:rPr lang="en-US" dirty="0"/>
              <a:t>What open source platform, originally developed by Google, manages containerized workloads and services?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s-ES_tradnl" sz="1800" b="1" dirty="0" err="1"/>
              <a:t>Kubernetes</a:t>
            </a:r>
            <a:endParaRPr lang="es-ES_tradnl" sz="1800" b="1" dirty="0"/>
          </a:p>
          <a:p>
            <a:r>
              <a:rPr lang="es-ES_tradnl" sz="1800" dirty="0" err="1"/>
              <a:t>Go</a:t>
            </a:r>
            <a:endParaRPr lang="es-ES_tradnl" sz="1800" dirty="0"/>
          </a:p>
          <a:p>
            <a:r>
              <a:rPr lang="es-ES_tradnl" sz="1800" dirty="0" err="1"/>
              <a:t>TensorFlow</a:t>
            </a:r>
            <a:endParaRPr lang="es-ES_tradnl" sz="1800" dirty="0"/>
          </a:p>
          <a:p>
            <a:r>
              <a:rPr lang="es-ES_tradnl" sz="1800" dirty="0"/>
              <a:t>Angular</a:t>
            </a:r>
            <a:endParaRPr sz="1800" dirty="0"/>
          </a:p>
        </p:txBody>
      </p:sp>
    </p:spTree>
    <p:extLst>
      <p:ext uri="{BB962C8B-B14F-4D97-AF65-F5344CB8AC3E}">
        <p14:creationId xmlns:p14="http://schemas.microsoft.com/office/powerpoint/2010/main" val="89759359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92. </a:t>
            </a:r>
            <a:r>
              <a:rPr lang="en-US" dirty="0"/>
              <a:t>A travel company is in the early stages of developing a new application and wants to test it on a variety of configurations: different operating systems, processors, and storage options. What cloud computing option should they use?</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s-ES_tradnl" sz="1800" dirty="0" err="1"/>
              <a:t>Containers</a:t>
            </a:r>
            <a:endParaRPr lang="es-ES_tradnl" sz="1800" dirty="0"/>
          </a:p>
          <a:p>
            <a:r>
              <a:rPr lang="es-ES_tradnl" sz="1800" dirty="0"/>
              <a:t>Virtual machine </a:t>
            </a:r>
            <a:r>
              <a:rPr lang="es-ES_tradnl" sz="1800" dirty="0" err="1"/>
              <a:t>instances</a:t>
            </a:r>
            <a:endParaRPr lang="es-ES_tradnl" sz="1800" dirty="0"/>
          </a:p>
          <a:p>
            <a:r>
              <a:rPr lang="es-ES_tradnl" sz="1800" dirty="0" err="1"/>
              <a:t>Colocation</a:t>
            </a:r>
            <a:endParaRPr lang="es-ES_tradnl" sz="1800" dirty="0"/>
          </a:p>
          <a:p>
            <a:r>
              <a:rPr lang="es-ES_tradnl" sz="1800" dirty="0"/>
              <a:t>A local </a:t>
            </a:r>
            <a:r>
              <a:rPr lang="es-ES_tradnl" sz="1800" dirty="0" err="1"/>
              <a:t>development</a:t>
            </a:r>
            <a:r>
              <a:rPr lang="es-ES_tradnl" sz="1800" dirty="0"/>
              <a:t> </a:t>
            </a:r>
            <a:r>
              <a:rPr lang="es-ES_tradnl" sz="1800" dirty="0" err="1"/>
              <a:t>environment</a:t>
            </a:r>
            <a:endParaRPr sz="1800" dirty="0"/>
          </a:p>
        </p:txBody>
      </p:sp>
    </p:spTree>
    <p:extLst>
      <p:ext uri="{BB962C8B-B14F-4D97-AF65-F5344CB8AC3E}">
        <p14:creationId xmlns:p14="http://schemas.microsoft.com/office/powerpoint/2010/main" val="3289117188"/>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92. </a:t>
            </a:r>
            <a:r>
              <a:rPr lang="en-US" dirty="0"/>
              <a:t>A travel company is in the early stages of developing a new application and wants to test it on a variety of configurations: different operating systems, processors, and storage options. What cloud computing option should they use?</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s-ES_tradnl" sz="1800" dirty="0" err="1"/>
              <a:t>Containers</a:t>
            </a:r>
            <a:endParaRPr lang="es-ES_tradnl" sz="1800" dirty="0"/>
          </a:p>
          <a:p>
            <a:r>
              <a:rPr lang="es-ES_tradnl" sz="1800" b="1" dirty="0"/>
              <a:t>Virtual machine </a:t>
            </a:r>
            <a:r>
              <a:rPr lang="es-ES_tradnl" sz="1800" b="1" dirty="0" err="1"/>
              <a:t>instances</a:t>
            </a:r>
            <a:endParaRPr lang="es-ES_tradnl" sz="1800" b="1" dirty="0"/>
          </a:p>
          <a:p>
            <a:r>
              <a:rPr lang="es-ES_tradnl" sz="1800" dirty="0" err="1"/>
              <a:t>Colocation</a:t>
            </a:r>
            <a:endParaRPr lang="es-ES_tradnl" sz="1800" dirty="0"/>
          </a:p>
          <a:p>
            <a:r>
              <a:rPr lang="es-ES_tradnl" sz="1800" dirty="0"/>
              <a:t>A local </a:t>
            </a:r>
            <a:r>
              <a:rPr lang="es-ES_tradnl" sz="1800" dirty="0" err="1"/>
              <a:t>development</a:t>
            </a:r>
            <a:r>
              <a:rPr lang="es-ES_tradnl" sz="1800" dirty="0"/>
              <a:t> </a:t>
            </a:r>
            <a:r>
              <a:rPr lang="es-ES_tradnl" sz="1800" dirty="0" err="1"/>
              <a:t>environment</a:t>
            </a:r>
            <a:endParaRPr sz="1800" dirty="0"/>
          </a:p>
        </p:txBody>
      </p:sp>
    </p:spTree>
    <p:extLst>
      <p:ext uri="{BB962C8B-B14F-4D97-AF65-F5344CB8AC3E}">
        <p14:creationId xmlns:p14="http://schemas.microsoft.com/office/powerpoint/2010/main" val="3234108739"/>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93. </a:t>
            </a:r>
            <a:r>
              <a:rPr lang="en-US" dirty="0"/>
              <a:t>What portion of a machine does a container virtualize?</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Software layers above the operating system level</a:t>
            </a:r>
          </a:p>
          <a:p>
            <a:r>
              <a:rPr lang="en-US" sz="1800" dirty="0"/>
              <a:t>The entire machine</a:t>
            </a:r>
          </a:p>
          <a:p>
            <a:r>
              <a:rPr lang="en-US" sz="1800" dirty="0"/>
              <a:t>Software layers above the firmware level</a:t>
            </a:r>
          </a:p>
          <a:p>
            <a:r>
              <a:rPr lang="en-US" sz="1800" dirty="0"/>
              <a:t>Hardware layers above the electrical level</a:t>
            </a:r>
            <a:endParaRPr sz="1800" dirty="0"/>
          </a:p>
        </p:txBody>
      </p:sp>
    </p:spTree>
    <p:extLst>
      <p:ext uri="{BB962C8B-B14F-4D97-AF65-F5344CB8AC3E}">
        <p14:creationId xmlns:p14="http://schemas.microsoft.com/office/powerpoint/2010/main" val="14347938"/>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93. </a:t>
            </a:r>
            <a:r>
              <a:rPr lang="en-US" dirty="0"/>
              <a:t>What portion of a machine does a container virtualize?</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b="1" dirty="0"/>
              <a:t>Software layers above the operating system level</a:t>
            </a:r>
          </a:p>
          <a:p>
            <a:r>
              <a:rPr lang="en-US" sz="1800" dirty="0"/>
              <a:t>The entire machine</a:t>
            </a:r>
          </a:p>
          <a:p>
            <a:r>
              <a:rPr lang="en-US" sz="1800" dirty="0"/>
              <a:t>Software layers above the firmware level</a:t>
            </a:r>
          </a:p>
          <a:p>
            <a:r>
              <a:rPr lang="en-US" sz="1800" dirty="0"/>
              <a:t>Hardware layers above the electrical level</a:t>
            </a:r>
            <a:endParaRPr sz="1800" dirty="0"/>
          </a:p>
        </p:txBody>
      </p:sp>
    </p:spTree>
    <p:extLst>
      <p:ext uri="{BB962C8B-B14F-4D97-AF65-F5344CB8AC3E}">
        <p14:creationId xmlns:p14="http://schemas.microsoft.com/office/powerpoint/2010/main" val="616080956"/>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94. </a:t>
            </a:r>
            <a:r>
              <a:rPr lang="en-US" dirty="0"/>
              <a:t>A manufacturing company is considering shifting their on-premises infrastructure to the cloud, but are concerned that access to their data and applications won’t be available when they need them. They want to ensure that if one data center goes down, another will be available to prevent any disruption of service. What does this refer to?</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Security</a:t>
            </a:r>
          </a:p>
          <a:p>
            <a:r>
              <a:rPr lang="en-US" sz="1800" dirty="0"/>
              <a:t>Total cost of ownership</a:t>
            </a:r>
          </a:p>
          <a:p>
            <a:r>
              <a:rPr lang="en-US" sz="1800" dirty="0"/>
              <a:t>Flexibility</a:t>
            </a:r>
          </a:p>
          <a:p>
            <a:r>
              <a:rPr lang="en-US" sz="1800" dirty="0"/>
              <a:t>Reliability</a:t>
            </a:r>
            <a:endParaRPr sz="1800" dirty="0"/>
          </a:p>
        </p:txBody>
      </p:sp>
    </p:spTree>
    <p:extLst>
      <p:ext uri="{BB962C8B-B14F-4D97-AF65-F5344CB8AC3E}">
        <p14:creationId xmlns:p14="http://schemas.microsoft.com/office/powerpoint/2010/main" val="249333673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94. </a:t>
            </a:r>
            <a:r>
              <a:rPr lang="en-US" dirty="0"/>
              <a:t>A manufacturing company is considering shifting their on-premises infrastructure to the cloud, but are concerned that access to their data and applications won’t be available when they need them. They want to ensure that if one data center goes down, another will be available to prevent any disruption of service. What does this refer to?</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Security</a:t>
            </a:r>
          </a:p>
          <a:p>
            <a:r>
              <a:rPr lang="en-US" sz="1800" dirty="0"/>
              <a:t>Total cost of ownership</a:t>
            </a:r>
          </a:p>
          <a:p>
            <a:r>
              <a:rPr lang="en-US" sz="1800" dirty="0"/>
              <a:t>Flexibility</a:t>
            </a:r>
          </a:p>
          <a:p>
            <a:r>
              <a:rPr lang="en-US" sz="1800" b="1" dirty="0"/>
              <a:t>Reliability</a:t>
            </a:r>
            <a:endParaRPr sz="1800" b="1" dirty="0"/>
          </a:p>
        </p:txBody>
      </p:sp>
    </p:spTree>
    <p:extLst>
      <p:ext uri="{BB962C8B-B14F-4D97-AF65-F5344CB8AC3E}">
        <p14:creationId xmlns:p14="http://schemas.microsoft.com/office/powerpoint/2010/main" val="376218748"/>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95. </a:t>
            </a:r>
            <a:r>
              <a:rPr lang="en-US" dirty="0"/>
              <a:t>What computing option automatically provisions resources, like compute power, in the background as needed?</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s-ES_tradnl" sz="1800" dirty="0"/>
          </a:p>
          <a:p>
            <a:r>
              <a:rPr lang="es-ES_tradnl" sz="1800" dirty="0" err="1"/>
              <a:t>Traditional</a:t>
            </a:r>
            <a:r>
              <a:rPr lang="es-ES_tradnl" sz="1800" dirty="0"/>
              <a:t> </a:t>
            </a:r>
            <a:r>
              <a:rPr lang="es-ES_tradnl" sz="1800" dirty="0" err="1"/>
              <a:t>on</a:t>
            </a:r>
            <a:r>
              <a:rPr lang="es-ES_tradnl" sz="1800" dirty="0"/>
              <a:t>-premises </a:t>
            </a:r>
            <a:r>
              <a:rPr lang="es-ES_tradnl" sz="1800" dirty="0" err="1"/>
              <a:t>computing</a:t>
            </a:r>
            <a:endParaRPr lang="es-ES_tradnl" sz="1800" dirty="0"/>
          </a:p>
          <a:p>
            <a:r>
              <a:rPr lang="es-ES_tradnl" sz="1800" dirty="0"/>
              <a:t>PaaS (</a:t>
            </a:r>
            <a:r>
              <a:rPr lang="es-ES_tradnl" sz="1800" dirty="0" err="1"/>
              <a:t>platform</a:t>
            </a:r>
            <a:r>
              <a:rPr lang="es-ES_tradnl" sz="1800" dirty="0"/>
              <a:t> as a </a:t>
            </a:r>
            <a:r>
              <a:rPr lang="es-ES_tradnl" sz="1800" dirty="0" err="1"/>
              <a:t>service</a:t>
            </a:r>
            <a:r>
              <a:rPr lang="es-ES_tradnl" sz="1800" dirty="0"/>
              <a:t>)</a:t>
            </a:r>
          </a:p>
          <a:p>
            <a:r>
              <a:rPr lang="es-ES_tradnl" sz="1800" dirty="0"/>
              <a:t>IaaS (</a:t>
            </a:r>
            <a:r>
              <a:rPr lang="es-ES_tradnl" sz="1800" dirty="0" err="1"/>
              <a:t>infrastructure</a:t>
            </a:r>
            <a:r>
              <a:rPr lang="es-ES_tradnl" sz="1800" dirty="0"/>
              <a:t> as a </a:t>
            </a:r>
            <a:r>
              <a:rPr lang="es-ES_tradnl" sz="1800" dirty="0" err="1"/>
              <a:t>service</a:t>
            </a:r>
            <a:r>
              <a:rPr lang="es-ES_tradnl" sz="1800" dirty="0"/>
              <a:t>)</a:t>
            </a:r>
          </a:p>
          <a:p>
            <a:r>
              <a:rPr lang="es-ES_tradnl" sz="1800" dirty="0" err="1"/>
              <a:t>Serverless</a:t>
            </a:r>
            <a:r>
              <a:rPr lang="es-ES_tradnl" sz="1800" dirty="0"/>
              <a:t> </a:t>
            </a:r>
            <a:r>
              <a:rPr lang="es-ES_tradnl" sz="1800" dirty="0" err="1"/>
              <a:t>computing</a:t>
            </a:r>
            <a:endParaRPr sz="1800" dirty="0"/>
          </a:p>
        </p:txBody>
      </p:sp>
    </p:spTree>
    <p:extLst>
      <p:ext uri="{BB962C8B-B14F-4D97-AF65-F5344CB8AC3E}">
        <p14:creationId xmlns:p14="http://schemas.microsoft.com/office/powerpoint/2010/main" val="3010348579"/>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95. </a:t>
            </a:r>
            <a:r>
              <a:rPr lang="en-US" dirty="0"/>
              <a:t>What computing option automatically provisions resources, like compute power, in the background as needed?</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s-ES_tradnl" sz="1800" dirty="0"/>
          </a:p>
          <a:p>
            <a:r>
              <a:rPr lang="es-ES_tradnl" sz="1800" dirty="0" err="1"/>
              <a:t>Traditional</a:t>
            </a:r>
            <a:r>
              <a:rPr lang="es-ES_tradnl" sz="1800" dirty="0"/>
              <a:t> </a:t>
            </a:r>
            <a:r>
              <a:rPr lang="es-ES_tradnl" sz="1800" dirty="0" err="1"/>
              <a:t>on</a:t>
            </a:r>
            <a:r>
              <a:rPr lang="es-ES_tradnl" sz="1800" dirty="0"/>
              <a:t>-premises </a:t>
            </a:r>
            <a:r>
              <a:rPr lang="es-ES_tradnl" sz="1800" dirty="0" err="1"/>
              <a:t>computing</a:t>
            </a:r>
            <a:endParaRPr lang="es-ES_tradnl" sz="1800" dirty="0"/>
          </a:p>
          <a:p>
            <a:r>
              <a:rPr lang="es-ES_tradnl" sz="1800" dirty="0"/>
              <a:t>PaaS (</a:t>
            </a:r>
            <a:r>
              <a:rPr lang="es-ES_tradnl" sz="1800" dirty="0" err="1"/>
              <a:t>platform</a:t>
            </a:r>
            <a:r>
              <a:rPr lang="es-ES_tradnl" sz="1800" dirty="0"/>
              <a:t> as a </a:t>
            </a:r>
            <a:r>
              <a:rPr lang="es-ES_tradnl" sz="1800" dirty="0" err="1"/>
              <a:t>service</a:t>
            </a:r>
            <a:r>
              <a:rPr lang="es-ES_tradnl" sz="1800" dirty="0"/>
              <a:t>)</a:t>
            </a:r>
          </a:p>
          <a:p>
            <a:r>
              <a:rPr lang="es-ES_tradnl" sz="1800" dirty="0"/>
              <a:t>IaaS (</a:t>
            </a:r>
            <a:r>
              <a:rPr lang="es-ES_tradnl" sz="1800" dirty="0" err="1"/>
              <a:t>infrastructure</a:t>
            </a:r>
            <a:r>
              <a:rPr lang="es-ES_tradnl" sz="1800" dirty="0"/>
              <a:t> as a </a:t>
            </a:r>
            <a:r>
              <a:rPr lang="es-ES_tradnl" sz="1800" dirty="0" err="1"/>
              <a:t>service</a:t>
            </a:r>
            <a:r>
              <a:rPr lang="es-ES_tradnl" sz="1800" dirty="0"/>
              <a:t>)</a:t>
            </a:r>
          </a:p>
          <a:p>
            <a:r>
              <a:rPr lang="es-ES_tradnl" sz="1800" b="1" dirty="0" err="1"/>
              <a:t>Serverless</a:t>
            </a:r>
            <a:r>
              <a:rPr lang="es-ES_tradnl" sz="1800" b="1" dirty="0"/>
              <a:t> </a:t>
            </a:r>
            <a:r>
              <a:rPr lang="es-ES_tradnl" sz="1800" b="1" dirty="0" err="1"/>
              <a:t>computing</a:t>
            </a:r>
            <a:endParaRPr sz="1800" b="1" dirty="0"/>
          </a:p>
        </p:txBody>
      </p:sp>
    </p:spTree>
    <p:extLst>
      <p:ext uri="{BB962C8B-B14F-4D97-AF65-F5344CB8AC3E}">
        <p14:creationId xmlns:p14="http://schemas.microsoft.com/office/powerpoint/2010/main" val="1887623173"/>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96. </a:t>
            </a:r>
            <a:r>
              <a:rPr lang="en-US" dirty="0"/>
              <a:t>In modern cloud application development, what name is given to independently deployable, scalable, and maintainable components that can be used to build a wide range of applications?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s-ES_tradnl" sz="1800" dirty="0"/>
          </a:p>
          <a:p>
            <a:r>
              <a:rPr lang="es-ES_tradnl" sz="1800" dirty="0" err="1"/>
              <a:t>Monoliths</a:t>
            </a:r>
            <a:endParaRPr lang="es-ES_tradnl" sz="1800" dirty="0"/>
          </a:p>
          <a:p>
            <a:r>
              <a:rPr lang="es-ES_tradnl" sz="1800" dirty="0" err="1"/>
              <a:t>Containers</a:t>
            </a:r>
            <a:endParaRPr lang="es-ES_tradnl" sz="1800" dirty="0"/>
          </a:p>
          <a:p>
            <a:r>
              <a:rPr lang="es-ES_tradnl" sz="1800" dirty="0"/>
              <a:t>DevOps</a:t>
            </a:r>
          </a:p>
          <a:p>
            <a:r>
              <a:rPr lang="es-ES_tradnl" sz="1800" dirty="0" err="1"/>
              <a:t>Microservices</a:t>
            </a:r>
            <a:endParaRPr sz="1800" dirty="0"/>
          </a:p>
        </p:txBody>
      </p:sp>
    </p:spTree>
    <p:extLst>
      <p:ext uri="{BB962C8B-B14F-4D97-AF65-F5344CB8AC3E}">
        <p14:creationId xmlns:p14="http://schemas.microsoft.com/office/powerpoint/2010/main" val="3388660570"/>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96. </a:t>
            </a:r>
            <a:r>
              <a:rPr lang="en-US" dirty="0"/>
              <a:t>In modern cloud application development, what name is given to independently deployable, scalable, and maintainable components that can be used to build a wide range of applications?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s-ES_tradnl" sz="1800" dirty="0"/>
          </a:p>
          <a:p>
            <a:r>
              <a:rPr lang="es-ES_tradnl" sz="1800" dirty="0" err="1"/>
              <a:t>Monoliths</a:t>
            </a:r>
            <a:endParaRPr lang="es-ES_tradnl" sz="1800" dirty="0"/>
          </a:p>
          <a:p>
            <a:r>
              <a:rPr lang="es-ES_tradnl" sz="1800" dirty="0" err="1"/>
              <a:t>Containers</a:t>
            </a:r>
            <a:endParaRPr lang="es-ES_tradnl" sz="1800" dirty="0"/>
          </a:p>
          <a:p>
            <a:r>
              <a:rPr lang="es-ES_tradnl" sz="1800" dirty="0"/>
              <a:t>DevOps</a:t>
            </a:r>
          </a:p>
          <a:p>
            <a:r>
              <a:rPr lang="es-ES_tradnl" sz="1800" b="1" dirty="0" err="1"/>
              <a:t>Microservices</a:t>
            </a:r>
            <a:endParaRPr sz="1800" b="1" dirty="0"/>
          </a:p>
        </p:txBody>
      </p:sp>
    </p:spTree>
    <p:extLst>
      <p:ext uri="{BB962C8B-B14F-4D97-AF65-F5344CB8AC3E}">
        <p14:creationId xmlns:p14="http://schemas.microsoft.com/office/powerpoint/2010/main" val="3091053882"/>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97. </a:t>
            </a:r>
            <a:r>
              <a:rPr lang="en-US" dirty="0"/>
              <a:t>What term describes a set of instructions that lets different software programs communicate with each other?</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Programming communication link</a:t>
            </a:r>
          </a:p>
          <a:p>
            <a:r>
              <a:rPr lang="en-US" sz="1800" dirty="0"/>
              <a:t>Network programming interface</a:t>
            </a:r>
          </a:p>
          <a:p>
            <a:r>
              <a:rPr lang="en-US" sz="1800" dirty="0"/>
              <a:t>Communication link interface</a:t>
            </a:r>
          </a:p>
          <a:p>
            <a:r>
              <a:rPr lang="en-US" sz="1800" dirty="0"/>
              <a:t>Application programming interface</a:t>
            </a:r>
            <a:endParaRPr sz="1800" dirty="0"/>
          </a:p>
        </p:txBody>
      </p:sp>
    </p:spTree>
    <p:extLst>
      <p:ext uri="{BB962C8B-B14F-4D97-AF65-F5344CB8AC3E}">
        <p14:creationId xmlns:p14="http://schemas.microsoft.com/office/powerpoint/2010/main" val="2455183884"/>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97. </a:t>
            </a:r>
            <a:r>
              <a:rPr lang="en-US" dirty="0"/>
              <a:t>What term describes a set of instructions that lets different software programs communicate with each other?</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Programming communication link</a:t>
            </a:r>
          </a:p>
          <a:p>
            <a:r>
              <a:rPr lang="en-US" sz="1800" dirty="0"/>
              <a:t>Network programming interface</a:t>
            </a:r>
          </a:p>
          <a:p>
            <a:r>
              <a:rPr lang="en-US" sz="1800" dirty="0"/>
              <a:t>Communication link interface</a:t>
            </a:r>
          </a:p>
          <a:p>
            <a:r>
              <a:rPr lang="en-US" sz="1800" b="1" dirty="0"/>
              <a:t>Application programming interface</a:t>
            </a:r>
            <a:endParaRPr sz="1800" b="1" dirty="0"/>
          </a:p>
        </p:txBody>
      </p:sp>
    </p:spTree>
    <p:extLst>
      <p:ext uri="{BB962C8B-B14F-4D97-AF65-F5344CB8AC3E}">
        <p14:creationId xmlns:p14="http://schemas.microsoft.com/office/powerpoint/2010/main" val="1665556093"/>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98. </a:t>
            </a:r>
            <a:r>
              <a:rPr lang="en-US" dirty="0"/>
              <a:t>What term is commonly used to describe a rehost migration strategy for an organization that runs specialized legacy applications that aren’t compatible with cloud-native applications?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Lift and shift</a:t>
            </a:r>
          </a:p>
          <a:p>
            <a:r>
              <a:rPr lang="en-US" sz="1800" dirty="0"/>
              <a:t>Build and deploy</a:t>
            </a:r>
          </a:p>
          <a:p>
            <a:r>
              <a:rPr lang="en-US" sz="1800" dirty="0"/>
              <a:t>Move and improve</a:t>
            </a:r>
          </a:p>
          <a:p>
            <a:r>
              <a:rPr lang="en-US" sz="1800" dirty="0"/>
              <a:t>Install and fall</a:t>
            </a:r>
            <a:endParaRPr sz="1800" dirty="0"/>
          </a:p>
        </p:txBody>
      </p:sp>
    </p:spTree>
    <p:extLst>
      <p:ext uri="{BB962C8B-B14F-4D97-AF65-F5344CB8AC3E}">
        <p14:creationId xmlns:p14="http://schemas.microsoft.com/office/powerpoint/2010/main" val="342413065"/>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98. </a:t>
            </a:r>
            <a:r>
              <a:rPr lang="en-US" dirty="0"/>
              <a:t>What term is commonly used to describe a rehost migration strategy for an organization that runs specialized legacy applications that aren’t compatible with cloud-native applications?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b="1" dirty="0"/>
              <a:t>Lift and shift</a:t>
            </a:r>
          </a:p>
          <a:p>
            <a:r>
              <a:rPr lang="en-US" sz="1800" dirty="0"/>
              <a:t>Build and deploy</a:t>
            </a:r>
          </a:p>
          <a:p>
            <a:r>
              <a:rPr lang="en-US" sz="1800" dirty="0"/>
              <a:t>Move and improve</a:t>
            </a:r>
          </a:p>
          <a:p>
            <a:r>
              <a:rPr lang="en-US" sz="1800" dirty="0"/>
              <a:t>Install and fall</a:t>
            </a:r>
            <a:endParaRPr sz="1800" dirty="0"/>
          </a:p>
        </p:txBody>
      </p:sp>
    </p:spTree>
    <p:extLst>
      <p:ext uri="{BB962C8B-B14F-4D97-AF65-F5344CB8AC3E}">
        <p14:creationId xmlns:p14="http://schemas.microsoft.com/office/powerpoint/2010/main" val="2641954261"/>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99. </a:t>
            </a:r>
            <a:r>
              <a:rPr lang="en-US" dirty="0"/>
              <a:t>What name is given to an environment that comprises some combination of on-premises or private cloud infrastructure and public cloud services?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s-ES_tradnl" sz="1800" dirty="0" err="1"/>
              <a:t>Hybrid</a:t>
            </a:r>
            <a:r>
              <a:rPr lang="es-ES_tradnl" sz="1800" dirty="0"/>
              <a:t> </a:t>
            </a:r>
            <a:r>
              <a:rPr lang="es-ES_tradnl" sz="1800" dirty="0" err="1"/>
              <a:t>cloud</a:t>
            </a:r>
            <a:endParaRPr lang="es-ES_tradnl" sz="1800" dirty="0"/>
          </a:p>
          <a:p>
            <a:r>
              <a:rPr lang="es-ES_tradnl" sz="1800" dirty="0" err="1"/>
              <a:t>Secure</a:t>
            </a:r>
            <a:r>
              <a:rPr lang="es-ES_tradnl" sz="1800" dirty="0"/>
              <a:t> </a:t>
            </a:r>
            <a:r>
              <a:rPr lang="es-ES_tradnl" sz="1800" dirty="0" err="1"/>
              <a:t>cloud</a:t>
            </a:r>
            <a:endParaRPr lang="es-ES_tradnl" sz="1800" dirty="0"/>
          </a:p>
          <a:p>
            <a:r>
              <a:rPr lang="es-ES_tradnl" sz="1800" dirty="0"/>
              <a:t>Smart </a:t>
            </a:r>
            <a:r>
              <a:rPr lang="es-ES_tradnl" sz="1800" dirty="0" err="1"/>
              <a:t>cloud</a:t>
            </a:r>
            <a:endParaRPr lang="es-ES_tradnl" sz="1800" dirty="0"/>
          </a:p>
          <a:p>
            <a:r>
              <a:rPr lang="es-ES_tradnl" sz="1800" dirty="0" err="1"/>
              <a:t>Multicloud</a:t>
            </a:r>
            <a:endParaRPr sz="1800" dirty="0"/>
          </a:p>
        </p:txBody>
      </p:sp>
    </p:spTree>
    <p:extLst>
      <p:ext uri="{BB962C8B-B14F-4D97-AF65-F5344CB8AC3E}">
        <p14:creationId xmlns:p14="http://schemas.microsoft.com/office/powerpoint/2010/main" val="1871426106"/>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99. </a:t>
            </a:r>
            <a:r>
              <a:rPr lang="en-US" dirty="0"/>
              <a:t>What name is given to an environment that comprises some combination of on-premises or private cloud infrastructure and public cloud services?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s-ES_tradnl" sz="1800" b="1" dirty="0" err="1"/>
              <a:t>Hybrid</a:t>
            </a:r>
            <a:r>
              <a:rPr lang="es-ES_tradnl" sz="1800" b="1" dirty="0"/>
              <a:t> </a:t>
            </a:r>
            <a:r>
              <a:rPr lang="es-ES_tradnl" sz="1800" b="1" dirty="0" err="1"/>
              <a:t>cloud</a:t>
            </a:r>
            <a:endParaRPr lang="es-ES_tradnl" sz="1800" b="1" dirty="0"/>
          </a:p>
          <a:p>
            <a:r>
              <a:rPr lang="es-ES_tradnl" sz="1800" dirty="0" err="1"/>
              <a:t>Secure</a:t>
            </a:r>
            <a:r>
              <a:rPr lang="es-ES_tradnl" sz="1800" dirty="0"/>
              <a:t> </a:t>
            </a:r>
            <a:r>
              <a:rPr lang="es-ES_tradnl" sz="1800" dirty="0" err="1"/>
              <a:t>cloud</a:t>
            </a:r>
            <a:endParaRPr lang="es-ES_tradnl" sz="1800" dirty="0"/>
          </a:p>
          <a:p>
            <a:r>
              <a:rPr lang="es-ES_tradnl" sz="1800" dirty="0"/>
              <a:t>Smart </a:t>
            </a:r>
            <a:r>
              <a:rPr lang="es-ES_tradnl" sz="1800" dirty="0" err="1"/>
              <a:t>cloud</a:t>
            </a:r>
            <a:endParaRPr lang="es-ES_tradnl" sz="1800" dirty="0"/>
          </a:p>
          <a:p>
            <a:r>
              <a:rPr lang="es-ES_tradnl" sz="1800" dirty="0" err="1"/>
              <a:t>Multicloud</a:t>
            </a:r>
            <a:endParaRPr sz="1800" dirty="0"/>
          </a:p>
        </p:txBody>
      </p:sp>
    </p:spTree>
    <p:extLst>
      <p:ext uri="{BB962C8B-B14F-4D97-AF65-F5344CB8AC3E}">
        <p14:creationId xmlns:p14="http://schemas.microsoft.com/office/powerpoint/2010/main" val="2333606815"/>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100. </a:t>
            </a:r>
            <a:r>
              <a:rPr lang="en-US" dirty="0"/>
              <a:t>Which is a fully managed cloud infrastructure solution that lets organizations run their Oracle workloads on dedicated servers in the cloud?</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s-ES_tradnl" sz="1800" dirty="0" err="1"/>
              <a:t>Bare</a:t>
            </a:r>
            <a:r>
              <a:rPr lang="es-ES_tradnl" sz="1800" dirty="0"/>
              <a:t> metal </a:t>
            </a:r>
            <a:r>
              <a:rPr lang="es-ES_tradnl" sz="1800" dirty="0" err="1"/>
              <a:t>solution</a:t>
            </a:r>
            <a:endParaRPr lang="es-ES_tradnl" sz="1800" dirty="0"/>
          </a:p>
          <a:p>
            <a:r>
              <a:rPr lang="es-ES_tradnl" sz="1800" dirty="0"/>
              <a:t>App </a:t>
            </a:r>
            <a:r>
              <a:rPr lang="es-ES_tradnl" sz="1800" dirty="0" err="1"/>
              <a:t>Engine</a:t>
            </a:r>
            <a:endParaRPr lang="es-ES_tradnl" sz="1800" dirty="0"/>
          </a:p>
          <a:p>
            <a:r>
              <a:rPr lang="es-ES_tradnl" sz="1800" dirty="0"/>
              <a:t>SQL Server </a:t>
            </a:r>
            <a:r>
              <a:rPr lang="es-ES_tradnl" sz="1800" dirty="0" err="1"/>
              <a:t>on</a:t>
            </a:r>
            <a:r>
              <a:rPr lang="es-ES_tradnl" sz="1800" dirty="0"/>
              <a:t> Google Cloud</a:t>
            </a:r>
          </a:p>
          <a:p>
            <a:r>
              <a:rPr lang="es-ES_tradnl" sz="1800" dirty="0"/>
              <a:t>Google Cloud VMware </a:t>
            </a:r>
            <a:r>
              <a:rPr lang="es-ES_tradnl" sz="1800" dirty="0" err="1"/>
              <a:t>Engine</a:t>
            </a:r>
            <a:endParaRPr sz="1800" dirty="0"/>
          </a:p>
        </p:txBody>
      </p:sp>
    </p:spTree>
    <p:extLst>
      <p:ext uri="{BB962C8B-B14F-4D97-AF65-F5344CB8AC3E}">
        <p14:creationId xmlns:p14="http://schemas.microsoft.com/office/powerpoint/2010/main" val="876238780"/>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100. </a:t>
            </a:r>
            <a:r>
              <a:rPr lang="en-US" dirty="0"/>
              <a:t>Which is a fully managed cloud infrastructure solution that lets organizations run their Oracle workloads on dedicated servers in the cloud?</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s-ES_tradnl" sz="1800" b="1" dirty="0" err="1"/>
              <a:t>Bare</a:t>
            </a:r>
            <a:r>
              <a:rPr lang="es-ES_tradnl" sz="1800" b="1" dirty="0"/>
              <a:t> metal </a:t>
            </a:r>
            <a:r>
              <a:rPr lang="es-ES_tradnl" sz="1800" b="1" dirty="0" err="1"/>
              <a:t>solution</a:t>
            </a:r>
            <a:endParaRPr lang="es-ES_tradnl" sz="1800" b="1" dirty="0"/>
          </a:p>
          <a:p>
            <a:r>
              <a:rPr lang="es-ES_tradnl" sz="1800" dirty="0"/>
              <a:t>App </a:t>
            </a:r>
            <a:r>
              <a:rPr lang="es-ES_tradnl" sz="1800" dirty="0" err="1"/>
              <a:t>Engine</a:t>
            </a:r>
            <a:endParaRPr lang="es-ES_tradnl" sz="1800" dirty="0"/>
          </a:p>
          <a:p>
            <a:r>
              <a:rPr lang="es-ES_tradnl" sz="1800" dirty="0"/>
              <a:t>SQL Server </a:t>
            </a:r>
            <a:r>
              <a:rPr lang="es-ES_tradnl" sz="1800" dirty="0" err="1"/>
              <a:t>on</a:t>
            </a:r>
            <a:r>
              <a:rPr lang="es-ES_tradnl" sz="1800" dirty="0"/>
              <a:t> Google Cloud</a:t>
            </a:r>
          </a:p>
          <a:p>
            <a:r>
              <a:rPr lang="es-ES_tradnl" sz="1800" dirty="0"/>
              <a:t>Google Cloud VMware </a:t>
            </a:r>
            <a:r>
              <a:rPr lang="es-ES_tradnl" sz="1800" dirty="0" err="1"/>
              <a:t>Engine</a:t>
            </a:r>
            <a:endParaRPr sz="1800" dirty="0"/>
          </a:p>
        </p:txBody>
      </p:sp>
    </p:spTree>
    <p:extLst>
      <p:ext uri="{BB962C8B-B14F-4D97-AF65-F5344CB8AC3E}">
        <p14:creationId xmlns:p14="http://schemas.microsoft.com/office/powerpoint/2010/main" val="2043979588"/>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101. </a:t>
            </a:r>
            <a:r>
              <a:rPr lang="en-US" dirty="0"/>
              <a:t>In modern application development, which is responsible for the day-to-day management of cloud-based infrastructure, such as patching, upgrades, and monitoring?</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Containers</a:t>
            </a:r>
          </a:p>
          <a:p>
            <a:r>
              <a:rPr lang="en-US" sz="1800" dirty="0"/>
              <a:t>DevOps</a:t>
            </a:r>
          </a:p>
          <a:p>
            <a:r>
              <a:rPr lang="en-US" sz="1800" dirty="0"/>
              <a:t>Cloud security</a:t>
            </a:r>
          </a:p>
          <a:p>
            <a:r>
              <a:rPr lang="en-US" sz="1800" dirty="0"/>
              <a:t>Managed services</a:t>
            </a:r>
            <a:endParaRPr sz="1800" dirty="0"/>
          </a:p>
        </p:txBody>
      </p:sp>
    </p:spTree>
    <p:extLst>
      <p:ext uri="{BB962C8B-B14F-4D97-AF65-F5344CB8AC3E}">
        <p14:creationId xmlns:p14="http://schemas.microsoft.com/office/powerpoint/2010/main" val="2385728500"/>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101. </a:t>
            </a:r>
            <a:r>
              <a:rPr lang="en-US" dirty="0"/>
              <a:t>In modern application development, which is responsible for the day-to-day management of cloud-based infrastructure, such as patching, upgrades, and monitoring?</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Containers</a:t>
            </a:r>
          </a:p>
          <a:p>
            <a:r>
              <a:rPr lang="en-US" sz="1800" dirty="0"/>
              <a:t>DevOps</a:t>
            </a:r>
          </a:p>
          <a:p>
            <a:r>
              <a:rPr lang="en-US" sz="1800" dirty="0"/>
              <a:t>Cloud security</a:t>
            </a:r>
          </a:p>
          <a:p>
            <a:r>
              <a:rPr lang="en-US" sz="1800" b="1" dirty="0"/>
              <a:t>Managed services</a:t>
            </a:r>
            <a:endParaRPr sz="1800" b="1" dirty="0"/>
          </a:p>
        </p:txBody>
      </p:sp>
    </p:spTree>
    <p:extLst>
      <p:ext uri="{BB962C8B-B14F-4D97-AF65-F5344CB8AC3E}">
        <p14:creationId xmlns:p14="http://schemas.microsoft.com/office/powerpoint/2010/main" val="747828290"/>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102. </a:t>
            </a:r>
            <a:r>
              <a:rPr lang="en-US" dirty="0"/>
              <a:t>What’s the name of Google Cloud’s production-ready platform for running Kuberenetes applications across multiple cloud environments?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s-ES_tradnl" sz="1800" dirty="0"/>
              <a:t>Container </a:t>
            </a:r>
            <a:r>
              <a:rPr lang="es-ES_tradnl" sz="1800" dirty="0" err="1"/>
              <a:t>Registry</a:t>
            </a:r>
            <a:endParaRPr lang="es-ES_tradnl" sz="1800" dirty="0"/>
          </a:p>
          <a:p>
            <a:r>
              <a:rPr lang="es-ES_tradnl" sz="1800" dirty="0"/>
              <a:t>Google </a:t>
            </a:r>
            <a:r>
              <a:rPr lang="es-ES_tradnl" sz="1800" dirty="0" err="1"/>
              <a:t>Kubernetes</a:t>
            </a:r>
            <a:r>
              <a:rPr lang="es-ES_tradnl" sz="1800" dirty="0"/>
              <a:t> </a:t>
            </a:r>
            <a:r>
              <a:rPr lang="es-ES_tradnl" sz="1800" dirty="0" err="1"/>
              <a:t>Engine</a:t>
            </a:r>
            <a:endParaRPr lang="es-ES_tradnl" sz="1800" dirty="0"/>
          </a:p>
          <a:p>
            <a:r>
              <a:rPr lang="es-ES_tradnl" sz="1800" dirty="0" err="1"/>
              <a:t>Knative</a:t>
            </a:r>
            <a:endParaRPr lang="es-ES_tradnl" sz="1800" dirty="0"/>
          </a:p>
          <a:p>
            <a:r>
              <a:rPr lang="es-ES_tradnl" sz="1800" dirty="0"/>
              <a:t>GKE Enterprise</a:t>
            </a:r>
            <a:endParaRPr sz="1800" dirty="0"/>
          </a:p>
        </p:txBody>
      </p:sp>
    </p:spTree>
    <p:extLst>
      <p:ext uri="{BB962C8B-B14F-4D97-AF65-F5344CB8AC3E}">
        <p14:creationId xmlns:p14="http://schemas.microsoft.com/office/powerpoint/2010/main" val="2693247296"/>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102. </a:t>
            </a:r>
            <a:r>
              <a:rPr lang="en-US" dirty="0"/>
              <a:t>What’s the name of Google Cloud’s production-ready platform for running Kuberenetes applications across multiple cloud environments?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s-ES_tradnl" sz="1800" dirty="0"/>
              <a:t>Container </a:t>
            </a:r>
            <a:r>
              <a:rPr lang="es-ES_tradnl" sz="1800" dirty="0" err="1"/>
              <a:t>Registry</a:t>
            </a:r>
            <a:endParaRPr lang="es-ES_tradnl" sz="1800" dirty="0"/>
          </a:p>
          <a:p>
            <a:r>
              <a:rPr lang="es-ES_tradnl" sz="1800" dirty="0"/>
              <a:t>Google </a:t>
            </a:r>
            <a:r>
              <a:rPr lang="es-ES_tradnl" sz="1800" dirty="0" err="1"/>
              <a:t>Kubernetes</a:t>
            </a:r>
            <a:r>
              <a:rPr lang="es-ES_tradnl" sz="1800" dirty="0"/>
              <a:t> </a:t>
            </a:r>
            <a:r>
              <a:rPr lang="es-ES_tradnl" sz="1800" dirty="0" err="1"/>
              <a:t>Engine</a:t>
            </a:r>
            <a:endParaRPr lang="es-ES_tradnl" sz="1800" dirty="0"/>
          </a:p>
          <a:p>
            <a:r>
              <a:rPr lang="es-ES_tradnl" sz="1800" dirty="0" err="1"/>
              <a:t>Knative</a:t>
            </a:r>
            <a:endParaRPr lang="es-ES_tradnl" sz="1800" dirty="0"/>
          </a:p>
          <a:p>
            <a:r>
              <a:rPr lang="es-ES_tradnl" sz="1800" b="1" dirty="0"/>
              <a:t>GKE</a:t>
            </a:r>
            <a:r>
              <a:rPr lang="es-ES_tradnl" sz="1800" dirty="0"/>
              <a:t> </a:t>
            </a:r>
            <a:r>
              <a:rPr lang="es-ES_tradnl" sz="1800" b="1" dirty="0"/>
              <a:t>Enterprise</a:t>
            </a:r>
            <a:endParaRPr sz="1800" b="1" dirty="0"/>
          </a:p>
        </p:txBody>
      </p:sp>
    </p:spTree>
    <p:extLst>
      <p:ext uri="{BB962C8B-B14F-4D97-AF65-F5344CB8AC3E}">
        <p14:creationId xmlns:p14="http://schemas.microsoft.com/office/powerpoint/2010/main" val="2280135942"/>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103. </a:t>
            </a:r>
            <a:r>
              <a:rPr lang="en-US" dirty="0"/>
              <a:t>What is one way that organizations can create new revenue streams through APIs?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By developing new products and services internally</a:t>
            </a:r>
          </a:p>
          <a:p>
            <a:r>
              <a:rPr lang="en-US" sz="1800" dirty="0"/>
              <a:t>By allowing developers to access their data for free</a:t>
            </a:r>
          </a:p>
          <a:p>
            <a:r>
              <a:rPr lang="en-US" sz="1800" dirty="0"/>
              <a:t>By using APIs to track customer shipments</a:t>
            </a:r>
          </a:p>
          <a:p>
            <a:r>
              <a:rPr lang="en-US" sz="1800" dirty="0"/>
              <a:t>By charging developers to access their APIs</a:t>
            </a:r>
            <a:endParaRPr sz="1800" dirty="0"/>
          </a:p>
        </p:txBody>
      </p:sp>
    </p:spTree>
    <p:extLst>
      <p:ext uri="{BB962C8B-B14F-4D97-AF65-F5344CB8AC3E}">
        <p14:creationId xmlns:p14="http://schemas.microsoft.com/office/powerpoint/2010/main" val="1288378249"/>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103. </a:t>
            </a:r>
            <a:r>
              <a:rPr lang="en-US" dirty="0"/>
              <a:t>What is one way that organizations can create new revenue streams through APIs?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By developing new products and services internally</a:t>
            </a:r>
          </a:p>
          <a:p>
            <a:r>
              <a:rPr lang="en-US" sz="1800" dirty="0"/>
              <a:t>By allowing developers to access their data for free</a:t>
            </a:r>
          </a:p>
          <a:p>
            <a:r>
              <a:rPr lang="en-US" sz="1800" dirty="0"/>
              <a:t>By using APIs to track customer shipments</a:t>
            </a:r>
          </a:p>
          <a:p>
            <a:r>
              <a:rPr lang="en-US" sz="1800" b="1" dirty="0"/>
              <a:t>By charging developers to access their APIs</a:t>
            </a:r>
            <a:endParaRPr sz="1800" b="1" dirty="0"/>
          </a:p>
        </p:txBody>
      </p:sp>
    </p:spTree>
    <p:extLst>
      <p:ext uri="{BB962C8B-B14F-4D97-AF65-F5344CB8AC3E}">
        <p14:creationId xmlns:p14="http://schemas.microsoft.com/office/powerpoint/2010/main" val="3980636315"/>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104. </a:t>
            </a:r>
            <a:r>
              <a:rPr lang="en-US" dirty="0"/>
              <a:t>What is the name of Google Cloud's API management service that can operate APIs with enhanced scale, security, and automation?</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s-ES_tradnl" sz="1800" dirty="0" err="1"/>
              <a:t>Apigee</a:t>
            </a:r>
            <a:endParaRPr lang="es-ES_tradnl" sz="1800" dirty="0"/>
          </a:p>
          <a:p>
            <a:r>
              <a:rPr lang="es-ES_tradnl" sz="1800" dirty="0" err="1"/>
              <a:t>AppSheet</a:t>
            </a:r>
            <a:endParaRPr lang="es-ES_tradnl" sz="1800" dirty="0"/>
          </a:p>
          <a:p>
            <a:r>
              <a:rPr lang="es-ES_tradnl" sz="1800" dirty="0"/>
              <a:t>App </a:t>
            </a:r>
            <a:r>
              <a:rPr lang="es-ES_tradnl" sz="1800" dirty="0" err="1"/>
              <a:t>Engine</a:t>
            </a:r>
            <a:endParaRPr lang="es-ES_tradnl" sz="1800" dirty="0"/>
          </a:p>
          <a:p>
            <a:r>
              <a:rPr lang="es-ES_tradnl" sz="1800" dirty="0"/>
              <a:t>Cloud API Manager</a:t>
            </a:r>
            <a:endParaRPr sz="1800" dirty="0"/>
          </a:p>
        </p:txBody>
      </p:sp>
    </p:spTree>
    <p:extLst>
      <p:ext uri="{BB962C8B-B14F-4D97-AF65-F5344CB8AC3E}">
        <p14:creationId xmlns:p14="http://schemas.microsoft.com/office/powerpoint/2010/main" val="1581522689"/>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104. </a:t>
            </a:r>
            <a:r>
              <a:rPr lang="en-US" dirty="0"/>
              <a:t>What is the name of Google Cloud's API management service that can operate APIs with enhanced scale, security, and automation?</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s-ES_tradnl" sz="1800" b="1" dirty="0" err="1"/>
              <a:t>Apigee</a:t>
            </a:r>
            <a:endParaRPr lang="es-ES_tradnl" sz="1800" b="1" dirty="0"/>
          </a:p>
          <a:p>
            <a:r>
              <a:rPr lang="es-ES_tradnl" sz="1800" dirty="0" err="1"/>
              <a:t>AppSheet</a:t>
            </a:r>
            <a:endParaRPr lang="es-ES_tradnl" sz="1800" dirty="0"/>
          </a:p>
          <a:p>
            <a:r>
              <a:rPr lang="es-ES_tradnl" sz="1800" dirty="0"/>
              <a:t>App </a:t>
            </a:r>
            <a:r>
              <a:rPr lang="es-ES_tradnl" sz="1800" dirty="0" err="1"/>
              <a:t>Engine</a:t>
            </a:r>
            <a:endParaRPr lang="es-ES_tradnl" sz="1800" dirty="0"/>
          </a:p>
          <a:p>
            <a:r>
              <a:rPr lang="es-ES_tradnl" sz="1800" dirty="0"/>
              <a:t>Cloud API Manager</a:t>
            </a:r>
            <a:endParaRPr sz="1800" dirty="0"/>
          </a:p>
        </p:txBody>
      </p:sp>
    </p:spTree>
    <p:extLst>
      <p:ext uri="{BB962C8B-B14F-4D97-AF65-F5344CB8AC3E}">
        <p14:creationId xmlns:p14="http://schemas.microsoft.com/office/powerpoint/2010/main" val="581843242"/>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105. </a:t>
            </a:r>
            <a:r>
              <a:rPr lang="en-US" dirty="0"/>
              <a:t>What name is given to an environment where an organization uses more than one public cloud provider as part of its architecture?</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Hybrid cloud</a:t>
            </a:r>
          </a:p>
          <a:p>
            <a:r>
              <a:rPr lang="en-US" sz="1800" dirty="0"/>
              <a:t>Community cloud</a:t>
            </a:r>
          </a:p>
          <a:p>
            <a:r>
              <a:rPr lang="en-US" sz="1800" dirty="0" err="1"/>
              <a:t>Multicloud</a:t>
            </a:r>
            <a:endParaRPr lang="en-US" sz="1800" dirty="0"/>
          </a:p>
          <a:p>
            <a:r>
              <a:rPr lang="en-US" sz="1800" dirty="0"/>
              <a:t>Edge cloud</a:t>
            </a:r>
            <a:endParaRPr sz="1800" dirty="0"/>
          </a:p>
        </p:txBody>
      </p:sp>
    </p:spTree>
    <p:extLst>
      <p:ext uri="{BB962C8B-B14F-4D97-AF65-F5344CB8AC3E}">
        <p14:creationId xmlns:p14="http://schemas.microsoft.com/office/powerpoint/2010/main" val="2405764524"/>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105. </a:t>
            </a:r>
            <a:r>
              <a:rPr lang="en-US" dirty="0"/>
              <a:t>What name is given to an environment where an organization uses more than one public cloud provider as part of its architecture?</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Hybrid cloud</a:t>
            </a:r>
          </a:p>
          <a:p>
            <a:r>
              <a:rPr lang="en-US" sz="1800" dirty="0"/>
              <a:t>Community cloud</a:t>
            </a:r>
          </a:p>
          <a:p>
            <a:r>
              <a:rPr lang="en-US" sz="1800" b="1" dirty="0" err="1"/>
              <a:t>Multicloud</a:t>
            </a:r>
            <a:endParaRPr lang="en-US" sz="1800" b="1" dirty="0"/>
          </a:p>
          <a:p>
            <a:r>
              <a:rPr lang="en-US" sz="1800" dirty="0"/>
              <a:t>Edge cloud</a:t>
            </a:r>
            <a:endParaRPr sz="1800" dirty="0"/>
          </a:p>
        </p:txBody>
      </p:sp>
    </p:spTree>
    <p:extLst>
      <p:ext uri="{BB962C8B-B14F-4D97-AF65-F5344CB8AC3E}">
        <p14:creationId xmlns:p14="http://schemas.microsoft.com/office/powerpoint/2010/main" val="2653736508"/>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106. </a:t>
            </a:r>
            <a:r>
              <a:rPr lang="en-US" dirty="0"/>
              <a:t>Which cybersecurity threat demands a ransom payment from a victim to regain access to their files and systems.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Ransomware</a:t>
            </a:r>
          </a:p>
          <a:p>
            <a:r>
              <a:rPr lang="en-US" sz="1800" dirty="0"/>
              <a:t>Spyware</a:t>
            </a:r>
          </a:p>
          <a:p>
            <a:r>
              <a:rPr lang="en-US" sz="1800" dirty="0"/>
              <a:t>Virus</a:t>
            </a:r>
          </a:p>
          <a:p>
            <a:r>
              <a:rPr lang="en-US" sz="1800" dirty="0"/>
              <a:t>Trojan</a:t>
            </a:r>
          </a:p>
        </p:txBody>
      </p:sp>
      <p:sp>
        <p:nvSpPr>
          <p:cNvPr id="4" name="Rectangle 1">
            <a:extLst>
              <a:ext uri="{FF2B5EF4-FFF2-40B4-BE49-F238E27FC236}">
                <a16:creationId xmlns:a16="http://schemas.microsoft.com/office/drawing/2014/main" id="{3D9BBED8-4396-9D59-E8F3-94262B67965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_tradnl" altLang="es-ES_tradnl" sz="1800" b="0" i="0" u="none" strike="noStrike" cap="none" normalizeH="0" baseline="0">
                <a:ln>
                  <a:noFill/>
                </a:ln>
                <a:solidFill>
                  <a:schemeClr val="tx1"/>
                </a:solidFill>
                <a:effectLst/>
                <a:latin typeface="Arial" panose="020B0604020202020204" pitchFamily="34" charset="0"/>
              </a:rPr>
              <a:t>Which cybersecurity threat demands a ransom payment from a victim to regain access to their files and systems.</a:t>
            </a:r>
          </a:p>
          <a:p>
            <a:pPr marL="0" marR="0" lvl="0" indent="0" algn="l" defTabSz="914400" rtl="0" eaLnBrk="0" fontAlgn="base" latinLnBrk="0" hangingPunct="0">
              <a:lnSpc>
                <a:spcPct val="100000"/>
              </a:lnSpc>
              <a:spcBef>
                <a:spcPct val="0"/>
              </a:spcBef>
              <a:spcAft>
                <a:spcPct val="0"/>
              </a:spcAft>
              <a:buClrTx/>
              <a:buSzTx/>
              <a:buFontTx/>
              <a:buNone/>
              <a:tabLst/>
            </a:pPr>
            <a:br>
              <a:rPr kumimoji="0" lang="es-ES_tradnl" altLang="es-ES_tradnl" sz="1200" b="0" i="0" u="none" strike="noStrike" cap="none" normalizeH="0" baseline="0">
                <a:ln>
                  <a:noFill/>
                </a:ln>
                <a:solidFill>
                  <a:srgbClr val="1F1F1F"/>
                </a:solidFill>
                <a:effectLst/>
                <a:latin typeface="Google Sans Text"/>
              </a:rPr>
            </a:br>
            <a:endParaRPr kumimoji="0" lang="es-ES_tradnl" altLang="es-ES_tradnl"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3391604"/>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106. </a:t>
            </a:r>
            <a:r>
              <a:rPr lang="en-US" dirty="0"/>
              <a:t>Which cybersecurity threat demands a ransom payment from a victim to regain access to their files and systems.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b="1" dirty="0"/>
              <a:t>Ransomware</a:t>
            </a:r>
          </a:p>
          <a:p>
            <a:r>
              <a:rPr lang="en-US" sz="1800" dirty="0"/>
              <a:t>Spyware</a:t>
            </a:r>
          </a:p>
          <a:p>
            <a:r>
              <a:rPr lang="en-US" sz="1800" dirty="0"/>
              <a:t>Virus</a:t>
            </a:r>
          </a:p>
          <a:p>
            <a:r>
              <a:rPr lang="en-US" sz="1800" dirty="0"/>
              <a:t>Trojan</a:t>
            </a:r>
          </a:p>
        </p:txBody>
      </p:sp>
      <p:sp>
        <p:nvSpPr>
          <p:cNvPr id="4" name="Rectangle 1">
            <a:extLst>
              <a:ext uri="{FF2B5EF4-FFF2-40B4-BE49-F238E27FC236}">
                <a16:creationId xmlns:a16="http://schemas.microsoft.com/office/drawing/2014/main" id="{3D9BBED8-4396-9D59-E8F3-94262B67965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_tradnl" altLang="es-ES_tradnl" sz="1800" b="0" i="0" u="none" strike="noStrike" cap="none" normalizeH="0" baseline="0">
                <a:ln>
                  <a:noFill/>
                </a:ln>
                <a:solidFill>
                  <a:schemeClr val="tx1"/>
                </a:solidFill>
                <a:effectLst/>
                <a:latin typeface="Arial" panose="020B0604020202020204" pitchFamily="34" charset="0"/>
              </a:rPr>
              <a:t>Which cybersecurity threat demands a ransom payment from a victim to regain access to their files and systems.</a:t>
            </a:r>
          </a:p>
          <a:p>
            <a:pPr marL="0" marR="0" lvl="0" indent="0" algn="l" defTabSz="914400" rtl="0" eaLnBrk="0" fontAlgn="base" latinLnBrk="0" hangingPunct="0">
              <a:lnSpc>
                <a:spcPct val="100000"/>
              </a:lnSpc>
              <a:spcBef>
                <a:spcPct val="0"/>
              </a:spcBef>
              <a:spcAft>
                <a:spcPct val="0"/>
              </a:spcAft>
              <a:buClrTx/>
              <a:buSzTx/>
              <a:buFontTx/>
              <a:buNone/>
              <a:tabLst/>
            </a:pPr>
            <a:br>
              <a:rPr kumimoji="0" lang="es-ES_tradnl" altLang="es-ES_tradnl" sz="1200" b="0" i="0" u="none" strike="noStrike" cap="none" normalizeH="0" baseline="0">
                <a:ln>
                  <a:noFill/>
                </a:ln>
                <a:solidFill>
                  <a:srgbClr val="1F1F1F"/>
                </a:solidFill>
                <a:effectLst/>
                <a:latin typeface="Google Sans Text"/>
              </a:rPr>
            </a:br>
            <a:endParaRPr kumimoji="0" lang="es-ES_tradnl" altLang="es-ES_tradnl"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38623960"/>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107. </a:t>
            </a:r>
            <a:r>
              <a:rPr lang="en-US" dirty="0"/>
              <a:t>Which is a benefit of cloud security over traditional on-premises security?</a:t>
            </a:r>
            <a:br>
              <a:rPr lang="en-US" dirty="0"/>
            </a:br>
            <a:r>
              <a:rPr lang="en-US" dirty="0"/>
              <a:t>check</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Increased scalability</a:t>
            </a:r>
          </a:p>
          <a:p>
            <a:r>
              <a:rPr lang="en-US" sz="1800" dirty="0"/>
              <a:t>Only having to install security updates on a weekly basis.</a:t>
            </a:r>
          </a:p>
          <a:p>
            <a:r>
              <a:rPr lang="en-US" sz="1800" dirty="0"/>
              <a:t>Having physical access to hardware.</a:t>
            </a:r>
          </a:p>
          <a:p>
            <a:r>
              <a:rPr lang="en-US" sz="1800" dirty="0"/>
              <a:t>Large upfront capital investment.</a:t>
            </a:r>
          </a:p>
        </p:txBody>
      </p:sp>
    </p:spTree>
    <p:extLst>
      <p:ext uri="{BB962C8B-B14F-4D97-AF65-F5344CB8AC3E}">
        <p14:creationId xmlns:p14="http://schemas.microsoft.com/office/powerpoint/2010/main" val="1046493995"/>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107. </a:t>
            </a:r>
            <a:r>
              <a:rPr lang="en-US" dirty="0"/>
              <a:t>Which is a benefit of cloud security over traditional on-premises security?</a:t>
            </a:r>
            <a:br>
              <a:rPr lang="en-US" dirty="0"/>
            </a:br>
            <a:r>
              <a:rPr lang="en-US" dirty="0"/>
              <a:t>check</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b="1" dirty="0"/>
              <a:t>Increased scalability</a:t>
            </a:r>
          </a:p>
          <a:p>
            <a:r>
              <a:rPr lang="en-US" sz="1800" dirty="0"/>
              <a:t>Only having to install security updates on a weekly basis.</a:t>
            </a:r>
          </a:p>
          <a:p>
            <a:r>
              <a:rPr lang="en-US" sz="1800" dirty="0"/>
              <a:t>Having physical access to hardware.</a:t>
            </a:r>
          </a:p>
          <a:p>
            <a:r>
              <a:rPr lang="en-US" sz="1800" dirty="0"/>
              <a:t>Large upfront capital investment.</a:t>
            </a:r>
          </a:p>
        </p:txBody>
      </p:sp>
    </p:spTree>
    <p:extLst>
      <p:ext uri="{BB962C8B-B14F-4D97-AF65-F5344CB8AC3E}">
        <p14:creationId xmlns:p14="http://schemas.microsoft.com/office/powerpoint/2010/main" val="2264348232"/>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108. </a:t>
            </a:r>
            <a:r>
              <a:rPr lang="en-US" dirty="0"/>
              <a:t>Which is a benefit of cloud security over traditional on-premises security?</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Increased scalability.</a:t>
            </a:r>
          </a:p>
          <a:p>
            <a:r>
              <a:rPr lang="en-US" sz="1800" dirty="0"/>
              <a:t>Only having to install security updates on a weekly basis.</a:t>
            </a:r>
          </a:p>
          <a:p>
            <a:r>
              <a:rPr lang="en-US" sz="1800" dirty="0"/>
              <a:t>Having physical access to hardware.</a:t>
            </a:r>
          </a:p>
          <a:p>
            <a:r>
              <a:rPr lang="en-US" sz="1800" dirty="0"/>
              <a:t>Large upfront capital investment.</a:t>
            </a:r>
          </a:p>
        </p:txBody>
      </p:sp>
    </p:spTree>
    <p:extLst>
      <p:ext uri="{BB962C8B-B14F-4D97-AF65-F5344CB8AC3E}">
        <p14:creationId xmlns:p14="http://schemas.microsoft.com/office/powerpoint/2010/main" val="2325255548"/>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108. </a:t>
            </a:r>
            <a:r>
              <a:rPr lang="en-US" dirty="0"/>
              <a:t>Which is a benefit of cloud security over traditional on-premises security?</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b="1" dirty="0"/>
              <a:t>Increased scalability.</a:t>
            </a:r>
          </a:p>
          <a:p>
            <a:r>
              <a:rPr lang="en-US" sz="1800" dirty="0"/>
              <a:t>Only having to install security updates on a weekly basis.</a:t>
            </a:r>
          </a:p>
          <a:p>
            <a:r>
              <a:rPr lang="en-US" sz="1800" dirty="0"/>
              <a:t>Having physical access to hardware.</a:t>
            </a:r>
          </a:p>
          <a:p>
            <a:r>
              <a:rPr lang="en-US" sz="1800" dirty="0"/>
              <a:t>Large upfront capital investment.</a:t>
            </a:r>
          </a:p>
        </p:txBody>
      </p:sp>
    </p:spTree>
    <p:extLst>
      <p:ext uri="{BB962C8B-B14F-4D97-AF65-F5344CB8AC3E}">
        <p14:creationId xmlns:p14="http://schemas.microsoft.com/office/powerpoint/2010/main" val="1466625137"/>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109. </a:t>
            </a:r>
            <a:r>
              <a:rPr lang="en-US" dirty="0"/>
              <a:t>Which is the responsibility of the cloud provider in a cloud security model?</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Configuring the customer's applications.</a:t>
            </a:r>
          </a:p>
          <a:p>
            <a:r>
              <a:rPr lang="en-US" sz="1800" dirty="0"/>
              <a:t>Securing the customer's data.</a:t>
            </a:r>
          </a:p>
          <a:p>
            <a:r>
              <a:rPr lang="en-US" sz="1800" dirty="0"/>
              <a:t>Managing the customer's user access.</a:t>
            </a:r>
          </a:p>
          <a:p>
            <a:r>
              <a:rPr lang="en-US" sz="1800" dirty="0"/>
              <a:t>Maintaining the customer's infrastructure.</a:t>
            </a:r>
          </a:p>
        </p:txBody>
      </p:sp>
    </p:spTree>
    <p:extLst>
      <p:ext uri="{BB962C8B-B14F-4D97-AF65-F5344CB8AC3E}">
        <p14:creationId xmlns:p14="http://schemas.microsoft.com/office/powerpoint/2010/main" val="3746913932"/>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109. </a:t>
            </a:r>
            <a:r>
              <a:rPr lang="en-US" dirty="0"/>
              <a:t>Which is the responsibility of the cloud provider in a cloud security model?</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Configuring the customer's applications.</a:t>
            </a:r>
          </a:p>
          <a:p>
            <a:r>
              <a:rPr lang="en-US" sz="1800" dirty="0"/>
              <a:t>Securing the customer's data.</a:t>
            </a:r>
          </a:p>
          <a:p>
            <a:r>
              <a:rPr lang="en-US" sz="1800" dirty="0"/>
              <a:t>Managing the customer's user access.</a:t>
            </a:r>
          </a:p>
          <a:p>
            <a:r>
              <a:rPr lang="en-US" sz="1800" b="1" dirty="0"/>
              <a:t>Maintaining the customer's infrastructure.</a:t>
            </a:r>
          </a:p>
        </p:txBody>
      </p:sp>
    </p:spTree>
    <p:extLst>
      <p:ext uri="{BB962C8B-B14F-4D97-AF65-F5344CB8AC3E}">
        <p14:creationId xmlns:p14="http://schemas.microsoft.com/office/powerpoint/2010/main" val="4226169669"/>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a:xfrm>
            <a:off x="607190" y="392853"/>
            <a:ext cx="8644449" cy="2283691"/>
          </a:xfrm>
        </p:spPr>
        <p:txBody>
          <a:bodyPr>
            <a:normAutofit/>
          </a:bodyPr>
          <a:lstStyle/>
          <a:p>
            <a:r>
              <a:rPr dirty="0"/>
              <a:t>110. </a:t>
            </a:r>
            <a:r>
              <a:rPr lang="en-US" dirty="0"/>
              <a:t>Which cloud security principle ensures that security practices and measures align with established standards and guidelines?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Integrity</a:t>
            </a:r>
          </a:p>
          <a:p>
            <a:r>
              <a:rPr lang="en-US" sz="1800" dirty="0"/>
              <a:t>Confidentiality</a:t>
            </a:r>
          </a:p>
          <a:p>
            <a:r>
              <a:rPr lang="en-US" sz="1800" dirty="0"/>
              <a:t>Control</a:t>
            </a:r>
          </a:p>
          <a:p>
            <a:r>
              <a:rPr lang="en-US" sz="1800" dirty="0"/>
              <a:t>Compliance</a:t>
            </a:r>
          </a:p>
        </p:txBody>
      </p:sp>
    </p:spTree>
    <p:extLst>
      <p:ext uri="{BB962C8B-B14F-4D97-AF65-F5344CB8AC3E}">
        <p14:creationId xmlns:p14="http://schemas.microsoft.com/office/powerpoint/2010/main" val="3678198970"/>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a:xfrm>
            <a:off x="607190" y="392853"/>
            <a:ext cx="8644449" cy="2283691"/>
          </a:xfrm>
        </p:spPr>
        <p:txBody>
          <a:bodyPr>
            <a:normAutofit/>
          </a:bodyPr>
          <a:lstStyle/>
          <a:p>
            <a:r>
              <a:rPr dirty="0"/>
              <a:t>110. </a:t>
            </a:r>
            <a:r>
              <a:rPr lang="en-US" dirty="0"/>
              <a:t>Which cloud security principle ensures that security practices and measures align with established standards and guidelines?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Integrity</a:t>
            </a:r>
          </a:p>
          <a:p>
            <a:r>
              <a:rPr lang="en-US" sz="1800" dirty="0"/>
              <a:t>Confidentiality</a:t>
            </a:r>
          </a:p>
          <a:p>
            <a:r>
              <a:rPr lang="en-US" sz="1800" dirty="0"/>
              <a:t>Control</a:t>
            </a:r>
          </a:p>
          <a:p>
            <a:r>
              <a:rPr lang="en-US" sz="1800" b="1" dirty="0"/>
              <a:t>Compliance</a:t>
            </a:r>
          </a:p>
        </p:txBody>
      </p:sp>
    </p:spTree>
    <p:extLst>
      <p:ext uri="{BB962C8B-B14F-4D97-AF65-F5344CB8AC3E}">
        <p14:creationId xmlns:p14="http://schemas.microsoft.com/office/powerpoint/2010/main" val="3267363737"/>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111.  </a:t>
            </a:r>
            <a:r>
              <a:rPr lang="en-US" dirty="0"/>
              <a:t>Which security principle advocates granting users only the access they need to perform their job responsibilities?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Least privilege</a:t>
            </a:r>
          </a:p>
          <a:p>
            <a:r>
              <a:rPr lang="en-US" sz="1800" dirty="0"/>
              <a:t>Zero-trust architecture</a:t>
            </a:r>
          </a:p>
          <a:p>
            <a:r>
              <a:rPr lang="en-US" sz="1800" dirty="0"/>
              <a:t>Privileged access</a:t>
            </a:r>
          </a:p>
          <a:p>
            <a:r>
              <a:rPr lang="en-US" sz="1800" dirty="0"/>
              <a:t>Security by default</a:t>
            </a:r>
          </a:p>
        </p:txBody>
      </p:sp>
    </p:spTree>
    <p:extLst>
      <p:ext uri="{BB962C8B-B14F-4D97-AF65-F5344CB8AC3E}">
        <p14:creationId xmlns:p14="http://schemas.microsoft.com/office/powerpoint/2010/main" val="1798306509"/>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111.  </a:t>
            </a:r>
            <a:r>
              <a:rPr lang="en-US" dirty="0"/>
              <a:t>Which security principle advocates granting users only the access they need to perform their job responsibilities?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b="1" dirty="0"/>
              <a:t>Least privilege</a:t>
            </a:r>
          </a:p>
          <a:p>
            <a:r>
              <a:rPr lang="en-US" sz="1800" dirty="0"/>
              <a:t>Zero-trust architecture</a:t>
            </a:r>
          </a:p>
          <a:p>
            <a:r>
              <a:rPr lang="en-US" sz="1800" dirty="0"/>
              <a:t>Privileged access</a:t>
            </a:r>
          </a:p>
          <a:p>
            <a:r>
              <a:rPr lang="en-US" sz="1800" dirty="0"/>
              <a:t>Security by default</a:t>
            </a:r>
          </a:p>
        </p:txBody>
      </p:sp>
    </p:spTree>
    <p:extLst>
      <p:ext uri="{BB962C8B-B14F-4D97-AF65-F5344CB8AC3E}">
        <p14:creationId xmlns:p14="http://schemas.microsoft.com/office/powerpoint/2010/main" val="1405176574"/>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112. </a:t>
            </a:r>
            <a:r>
              <a:rPr lang="en-US" dirty="0"/>
              <a:t>Which cybersecurity threat occurs when errors arise during the setup of resources, inadvertently exposing sensitive data and systems to unauthorized access?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Configuration mishaps</a:t>
            </a:r>
          </a:p>
          <a:p>
            <a:r>
              <a:rPr lang="en-US" sz="1800" dirty="0"/>
              <a:t>Phishing</a:t>
            </a:r>
          </a:p>
          <a:p>
            <a:r>
              <a:rPr lang="en-US" sz="1800" dirty="0"/>
              <a:t>Virus</a:t>
            </a:r>
          </a:p>
          <a:p>
            <a:r>
              <a:rPr lang="en-US" sz="1800" dirty="0"/>
              <a:t>Malware</a:t>
            </a:r>
          </a:p>
        </p:txBody>
      </p:sp>
    </p:spTree>
    <p:extLst>
      <p:ext uri="{BB962C8B-B14F-4D97-AF65-F5344CB8AC3E}">
        <p14:creationId xmlns:p14="http://schemas.microsoft.com/office/powerpoint/2010/main" val="1092878550"/>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112. </a:t>
            </a:r>
            <a:r>
              <a:rPr lang="en-US" dirty="0"/>
              <a:t>Which cybersecurity threat occurs when errors arise during the setup of resources, inadvertently exposing sensitive data and systems to unauthorized access?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b="1" dirty="0"/>
              <a:t>Configuration mishaps</a:t>
            </a:r>
          </a:p>
          <a:p>
            <a:r>
              <a:rPr lang="en-US" sz="1800" dirty="0"/>
              <a:t>Phishing</a:t>
            </a:r>
          </a:p>
          <a:p>
            <a:r>
              <a:rPr lang="en-US" sz="1800" dirty="0"/>
              <a:t>Virus</a:t>
            </a:r>
          </a:p>
          <a:p>
            <a:r>
              <a:rPr lang="en-US" sz="1800" dirty="0"/>
              <a:t>Malware</a:t>
            </a:r>
          </a:p>
        </p:txBody>
      </p:sp>
    </p:spTree>
    <p:extLst>
      <p:ext uri="{BB962C8B-B14F-4D97-AF65-F5344CB8AC3E}">
        <p14:creationId xmlns:p14="http://schemas.microsoft.com/office/powerpoint/2010/main" val="3525337381"/>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113. </a:t>
            </a:r>
            <a:r>
              <a:rPr lang="en-US" dirty="0"/>
              <a:t>What common cybersecurity threat involves tricking users into revealing sensitive information or performing actions that compromise security?</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Ransomware</a:t>
            </a:r>
          </a:p>
          <a:p>
            <a:r>
              <a:rPr lang="en-US" sz="1800" dirty="0"/>
              <a:t>Malware</a:t>
            </a:r>
          </a:p>
          <a:p>
            <a:r>
              <a:rPr lang="en-US" sz="1800" dirty="0"/>
              <a:t>Phishing</a:t>
            </a:r>
          </a:p>
          <a:p>
            <a:r>
              <a:rPr lang="en-US" sz="1800" dirty="0"/>
              <a:t>Configuration mishap</a:t>
            </a:r>
          </a:p>
        </p:txBody>
      </p:sp>
    </p:spTree>
    <p:extLst>
      <p:ext uri="{BB962C8B-B14F-4D97-AF65-F5344CB8AC3E}">
        <p14:creationId xmlns:p14="http://schemas.microsoft.com/office/powerpoint/2010/main" val="2019060709"/>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113. </a:t>
            </a:r>
            <a:r>
              <a:rPr lang="en-US" dirty="0"/>
              <a:t>What common cybersecurity threat involves tricking users into revealing sensitive information or performing actions that compromise security?</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Ransomware</a:t>
            </a:r>
          </a:p>
          <a:p>
            <a:r>
              <a:rPr lang="en-US" sz="1800" dirty="0"/>
              <a:t>Malware</a:t>
            </a:r>
          </a:p>
          <a:p>
            <a:r>
              <a:rPr lang="en-US" sz="1800" b="1" dirty="0"/>
              <a:t>Phishing</a:t>
            </a:r>
          </a:p>
          <a:p>
            <a:r>
              <a:rPr lang="en-US" sz="1800" dirty="0"/>
              <a:t>Configuration mishap</a:t>
            </a:r>
          </a:p>
        </p:txBody>
      </p:sp>
    </p:spTree>
    <p:extLst>
      <p:ext uri="{BB962C8B-B14F-4D97-AF65-F5344CB8AC3E}">
        <p14:creationId xmlns:p14="http://schemas.microsoft.com/office/powerpoint/2010/main" val="1093962818"/>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114. </a:t>
            </a:r>
            <a:r>
              <a:rPr lang="en-US" dirty="0"/>
              <a:t>Which cloud security principle relates to keeping data accurate and trustworthy?</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Confidentiality</a:t>
            </a:r>
          </a:p>
          <a:p>
            <a:r>
              <a:rPr lang="en-US" sz="1800" dirty="0"/>
              <a:t>Compliance</a:t>
            </a:r>
          </a:p>
          <a:p>
            <a:r>
              <a:rPr lang="en-US" sz="1800" dirty="0"/>
              <a:t>Integrity</a:t>
            </a:r>
          </a:p>
          <a:p>
            <a:r>
              <a:rPr lang="en-US" sz="1800" dirty="0"/>
              <a:t>Control</a:t>
            </a:r>
          </a:p>
        </p:txBody>
      </p:sp>
    </p:spTree>
    <p:extLst>
      <p:ext uri="{BB962C8B-B14F-4D97-AF65-F5344CB8AC3E}">
        <p14:creationId xmlns:p14="http://schemas.microsoft.com/office/powerpoint/2010/main" val="1044232237"/>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114. </a:t>
            </a:r>
            <a:r>
              <a:rPr lang="en-US" dirty="0"/>
              <a:t>Which cloud security principle relates to keeping data accurate and trustworthy?</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Confidentiality</a:t>
            </a:r>
          </a:p>
          <a:p>
            <a:r>
              <a:rPr lang="en-US" sz="1800" dirty="0"/>
              <a:t>Compliance</a:t>
            </a:r>
          </a:p>
          <a:p>
            <a:r>
              <a:rPr lang="en-US" sz="1800" b="1" dirty="0"/>
              <a:t>Integrity</a:t>
            </a:r>
          </a:p>
          <a:p>
            <a:r>
              <a:rPr lang="en-US" sz="1800" dirty="0"/>
              <a:t>Control</a:t>
            </a:r>
          </a:p>
        </p:txBody>
      </p:sp>
    </p:spTree>
    <p:extLst>
      <p:ext uri="{BB962C8B-B14F-4D97-AF65-F5344CB8AC3E}">
        <p14:creationId xmlns:p14="http://schemas.microsoft.com/office/powerpoint/2010/main" val="3013180018"/>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115. </a:t>
            </a:r>
            <a:r>
              <a:rPr lang="en-US" dirty="0"/>
              <a:t>Which three essential aspects of cloud security form the foundation of the CIA triad?</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Certificates, intelligence, and authentication</a:t>
            </a:r>
          </a:p>
          <a:p>
            <a:r>
              <a:rPr lang="en-US" sz="1800" dirty="0"/>
              <a:t>Compliance, identity, and access management</a:t>
            </a:r>
          </a:p>
          <a:p>
            <a:r>
              <a:rPr lang="en-US" sz="1800" dirty="0"/>
              <a:t>Containers, infrastructure, and architecture</a:t>
            </a:r>
          </a:p>
          <a:p>
            <a:r>
              <a:rPr lang="en-US" sz="1800" dirty="0"/>
              <a:t>Confidentiality, integrity, and availability</a:t>
            </a:r>
          </a:p>
        </p:txBody>
      </p:sp>
    </p:spTree>
    <p:extLst>
      <p:ext uri="{BB962C8B-B14F-4D97-AF65-F5344CB8AC3E}">
        <p14:creationId xmlns:p14="http://schemas.microsoft.com/office/powerpoint/2010/main" val="353958691"/>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115. </a:t>
            </a:r>
            <a:r>
              <a:rPr lang="en-US" dirty="0"/>
              <a:t>Which three essential aspects of cloud security form the foundation of the CIA triad?</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Certificates, intelligence, and authentication</a:t>
            </a:r>
          </a:p>
          <a:p>
            <a:r>
              <a:rPr lang="en-US" sz="1800" dirty="0"/>
              <a:t>Compliance, identity, and access management</a:t>
            </a:r>
          </a:p>
          <a:p>
            <a:r>
              <a:rPr lang="en-US" sz="1800" dirty="0"/>
              <a:t>Containers, infrastructure, and architecture</a:t>
            </a:r>
          </a:p>
          <a:p>
            <a:r>
              <a:rPr lang="en-US" sz="1800" b="1" dirty="0"/>
              <a:t>Confidentiality, integrity, and availability</a:t>
            </a:r>
          </a:p>
        </p:txBody>
      </p:sp>
    </p:spTree>
    <p:extLst>
      <p:ext uri="{BB962C8B-B14F-4D97-AF65-F5344CB8AC3E}">
        <p14:creationId xmlns:p14="http://schemas.microsoft.com/office/powerpoint/2010/main" val="241456426"/>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116. </a:t>
            </a:r>
            <a:br>
              <a:rPr lang="en-US" dirty="0"/>
            </a:br>
            <a:r>
              <a:rPr lang="en-US" dirty="0"/>
              <a:t>Which definition best describes a firewall?</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A software program that encrypts data to make it unreadable to unauthorized users</a:t>
            </a:r>
          </a:p>
          <a:p>
            <a:r>
              <a:rPr lang="en-US" sz="1800" dirty="0"/>
              <a:t>A security model that assumes no user or device can be trusted by default</a:t>
            </a:r>
          </a:p>
          <a:p>
            <a:r>
              <a:rPr lang="en-US" sz="1800" dirty="0"/>
              <a:t>A network security device that monitors and controls incoming and outgoing network traffic based on predefined security rules</a:t>
            </a:r>
          </a:p>
          <a:p>
            <a:r>
              <a:rPr lang="en-US" sz="1800" dirty="0"/>
              <a:t>A set of security measures designed to protect a computer system or network from cyber attacks</a:t>
            </a:r>
          </a:p>
        </p:txBody>
      </p:sp>
    </p:spTree>
    <p:extLst>
      <p:ext uri="{BB962C8B-B14F-4D97-AF65-F5344CB8AC3E}">
        <p14:creationId xmlns:p14="http://schemas.microsoft.com/office/powerpoint/2010/main" val="2538556694"/>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116. </a:t>
            </a:r>
            <a:br>
              <a:rPr lang="en-US" dirty="0"/>
            </a:br>
            <a:r>
              <a:rPr lang="en-US" dirty="0"/>
              <a:t>Which definition best describes a firewall?</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r>
              <a:rPr lang="en-US" sz="1800" dirty="0"/>
              <a:t>A software program that encrypts data to make it unreadable to unauthorized users</a:t>
            </a:r>
          </a:p>
          <a:p>
            <a:r>
              <a:rPr lang="en-US" sz="1800" dirty="0"/>
              <a:t>A security model that assumes no user or device can be trusted by default</a:t>
            </a:r>
          </a:p>
          <a:p>
            <a:r>
              <a:rPr lang="en-US" sz="1800" b="1" dirty="0"/>
              <a:t>A network security device that monitors and controls incoming and outgoing network traffic based on predefined security rules</a:t>
            </a:r>
          </a:p>
          <a:p>
            <a:r>
              <a:rPr lang="en-US" sz="1800" dirty="0"/>
              <a:t>A set of security measures designed to protect a computer system or network from cyber attacks</a:t>
            </a:r>
          </a:p>
        </p:txBody>
      </p:sp>
    </p:spTree>
    <p:extLst>
      <p:ext uri="{BB962C8B-B14F-4D97-AF65-F5344CB8AC3E}">
        <p14:creationId xmlns:p14="http://schemas.microsoft.com/office/powerpoint/2010/main" val="2789174464"/>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117. </a:t>
            </a:r>
            <a:r>
              <a:rPr lang="en-US" dirty="0"/>
              <a:t>What is Google Cloud’s modern and serverless data warehousing solution?</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Cloud Storage</a:t>
            </a:r>
          </a:p>
          <a:p>
            <a:r>
              <a:rPr lang="en-US" sz="1800" dirty="0"/>
              <a:t>Compute Engine</a:t>
            </a:r>
          </a:p>
          <a:p>
            <a:r>
              <a:rPr lang="en-US" sz="1800" dirty="0" err="1"/>
              <a:t>BigQuery</a:t>
            </a:r>
            <a:endParaRPr lang="en-US" sz="1800" dirty="0"/>
          </a:p>
          <a:p>
            <a:r>
              <a:rPr lang="en-US" sz="1800" dirty="0"/>
              <a:t>Vertex AI</a:t>
            </a:r>
            <a:endParaRPr sz="1800" dirty="0"/>
          </a:p>
        </p:txBody>
      </p:sp>
    </p:spTree>
    <p:extLst>
      <p:ext uri="{BB962C8B-B14F-4D97-AF65-F5344CB8AC3E}">
        <p14:creationId xmlns:p14="http://schemas.microsoft.com/office/powerpoint/2010/main" val="77948480"/>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t>117. </a:t>
            </a:r>
            <a:r>
              <a:rPr lang="en-US" dirty="0"/>
              <a:t>What is Google Cloud’s modern and serverless data warehousing solution?</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Cloud Storage</a:t>
            </a:r>
          </a:p>
          <a:p>
            <a:r>
              <a:rPr lang="en-US" sz="1800" dirty="0"/>
              <a:t>Compute Engine</a:t>
            </a:r>
          </a:p>
          <a:p>
            <a:r>
              <a:rPr lang="en-US" sz="1800" b="1" dirty="0" err="1"/>
              <a:t>BigQuery</a:t>
            </a:r>
            <a:endParaRPr lang="en-US" sz="1800" b="1" dirty="0"/>
          </a:p>
          <a:p>
            <a:r>
              <a:rPr lang="en-US" sz="1800" dirty="0"/>
              <a:t>Vertex AI</a:t>
            </a:r>
            <a:endParaRPr sz="1800" dirty="0"/>
          </a:p>
        </p:txBody>
      </p:sp>
    </p:spTree>
    <p:extLst>
      <p:ext uri="{BB962C8B-B14F-4D97-AF65-F5344CB8AC3E}">
        <p14:creationId xmlns:p14="http://schemas.microsoft.com/office/powerpoint/2010/main" val="1957674090"/>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118. </a:t>
            </a:r>
            <a:r>
              <a:rPr lang="en-US" dirty="0"/>
              <a:t>What is Google Cloud’s distributed messaging service that can receive messages from various device streams such as gaming events, Internet of Things (IoT) devices, and application streams?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Looker</a:t>
            </a:r>
          </a:p>
          <a:p>
            <a:r>
              <a:rPr lang="en-US" sz="1800" dirty="0"/>
              <a:t>Pub/Sub</a:t>
            </a:r>
          </a:p>
          <a:p>
            <a:r>
              <a:rPr lang="en-US" sz="1800" dirty="0" err="1"/>
              <a:t>Dataproc</a:t>
            </a:r>
            <a:endParaRPr lang="en-US" sz="1800" dirty="0"/>
          </a:p>
          <a:p>
            <a:r>
              <a:rPr lang="en-US" sz="1800" dirty="0" err="1"/>
              <a:t>Dataplex</a:t>
            </a:r>
            <a:endParaRPr sz="1800" dirty="0"/>
          </a:p>
        </p:txBody>
      </p:sp>
    </p:spTree>
    <p:extLst>
      <p:ext uri="{BB962C8B-B14F-4D97-AF65-F5344CB8AC3E}">
        <p14:creationId xmlns:p14="http://schemas.microsoft.com/office/powerpoint/2010/main" val="550568320"/>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8C52-6ACA-5B06-87A3-C5D48A7D0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788A-47E4-E11D-85E0-731C75960702}"/>
              </a:ext>
            </a:extLst>
          </p:cNvPr>
          <p:cNvSpPr>
            <a:spLocks noGrp="1"/>
          </p:cNvSpPr>
          <p:nvPr>
            <p:ph type="title"/>
          </p:nvPr>
        </p:nvSpPr>
        <p:spPr/>
        <p:txBody>
          <a:bodyPr>
            <a:normAutofit/>
          </a:bodyPr>
          <a:lstStyle/>
          <a:p>
            <a:r>
              <a:rPr dirty="0"/>
              <a:t>118. </a:t>
            </a:r>
            <a:r>
              <a:rPr lang="en-US" dirty="0"/>
              <a:t>What is Google Cloud’s distributed messaging service that can receive messages from various device streams such as gaming events, Internet of Things (IoT) devices, and application streams?</a:t>
            </a:r>
            <a:endParaRPr dirty="0"/>
          </a:p>
        </p:txBody>
      </p:sp>
      <p:sp>
        <p:nvSpPr>
          <p:cNvPr id="3" name="Content Placeholder 2">
            <a:extLst>
              <a:ext uri="{FF2B5EF4-FFF2-40B4-BE49-F238E27FC236}">
                <a16:creationId xmlns:a16="http://schemas.microsoft.com/office/drawing/2014/main" id="{2557C43C-3D41-0309-2433-DE85071154D9}"/>
              </a:ext>
            </a:extLst>
          </p:cNvPr>
          <p:cNvSpPr>
            <a:spLocks noGrp="1"/>
          </p:cNvSpPr>
          <p:nvPr>
            <p:ph idx="1"/>
          </p:nvPr>
        </p:nvSpPr>
        <p:spPr>
          <a:noFill/>
        </p:spPr>
        <p:txBody>
          <a:bodyPr vert="horz" lIns="91440" tIns="45720" rIns="91440" bIns="45720" rtlCol="0">
            <a:normAutofit/>
          </a:bodyPr>
          <a:lstStyle/>
          <a:p>
            <a:endParaRPr lang="en-US" sz="1800" dirty="0"/>
          </a:p>
          <a:p>
            <a:r>
              <a:rPr lang="en-US" sz="1800" dirty="0"/>
              <a:t>Looker</a:t>
            </a:r>
          </a:p>
          <a:p>
            <a:r>
              <a:rPr lang="en-US" sz="1800" b="1" dirty="0"/>
              <a:t>Pub/Sub</a:t>
            </a:r>
          </a:p>
          <a:p>
            <a:r>
              <a:rPr lang="en-US" sz="1800" dirty="0" err="1"/>
              <a:t>Dataproc</a:t>
            </a:r>
            <a:endParaRPr lang="en-US" sz="1800" dirty="0"/>
          </a:p>
          <a:p>
            <a:r>
              <a:rPr lang="en-US" sz="1800" dirty="0" err="1"/>
              <a:t>Dataplex</a:t>
            </a:r>
            <a:endParaRPr sz="1800" dirty="0"/>
          </a:p>
        </p:txBody>
      </p:sp>
    </p:spTree>
    <p:extLst>
      <p:ext uri="{BB962C8B-B14F-4D97-AF65-F5344CB8AC3E}">
        <p14:creationId xmlns:p14="http://schemas.microsoft.com/office/powerpoint/2010/main" val="3440238247"/>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BA8FE80-29D9-3971-06D3-339DEA281484}"/>
              </a:ext>
            </a:extLst>
          </p:cNvPr>
          <p:cNvSpPr>
            <a:spLocks noGrp="1"/>
          </p:cNvSpPr>
          <p:nvPr>
            <p:ph type="body" sz="quarter" idx="13"/>
          </p:nvPr>
        </p:nvSpPr>
        <p:spPr/>
        <p:txBody>
          <a:bodyPr>
            <a:normAutofit/>
          </a:bodyPr>
          <a:lstStyle/>
          <a:p>
            <a:pPr marL="0" indent="0">
              <a:buNone/>
            </a:pPr>
            <a:r>
              <a:rPr lang="en-US" noProof="0" dirty="0"/>
              <a:t>ready for the test !</a:t>
            </a:r>
          </a:p>
        </p:txBody>
      </p:sp>
    </p:spTree>
    <p:extLst>
      <p:ext uri="{BB962C8B-B14F-4D97-AF65-F5344CB8AC3E}">
        <p14:creationId xmlns:p14="http://schemas.microsoft.com/office/powerpoint/2010/main" val="3504481941"/>
      </p:ext>
    </p:extLst>
  </p:cSld>
  <p:clrMapOvr>
    <a:masterClrMapping/>
  </p:clrMapOvr>
</p:sld>
</file>

<file path=ppt/theme/theme1.xml><?xml version="1.0" encoding="utf-8"?>
<a:theme xmlns:a="http://schemas.openxmlformats.org/drawingml/2006/main" name="CitationVTI">
  <a:themeElements>
    <a:clrScheme name="GCP">
      <a:dk1>
        <a:sysClr val="windowText" lastClr="000000"/>
      </a:dk1>
      <a:lt1>
        <a:sysClr val="window" lastClr="FFFFFF"/>
      </a:lt1>
      <a:dk2>
        <a:srgbClr val="17406D"/>
      </a:dk2>
      <a:lt2>
        <a:srgbClr val="DBEFF9"/>
      </a:lt2>
      <a:accent1>
        <a:srgbClr val="4285F4"/>
      </a:accent1>
      <a:accent2>
        <a:srgbClr val="FBBC04"/>
      </a:accent2>
      <a:accent3>
        <a:srgbClr val="34A853"/>
      </a:accent3>
      <a:accent4>
        <a:srgbClr val="8B8B8C"/>
      </a:accent4>
      <a:accent5>
        <a:srgbClr val="EA4335"/>
      </a:accent5>
      <a:accent6>
        <a:srgbClr val="0070C0"/>
      </a:accent6>
      <a:hlink>
        <a:srgbClr val="FF0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C3C60"/>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AFV - GCP.potx" id="{6DD275AA-9568-43D7-A578-4CE849381F25}" vid="{355A5091-84DC-4E72-A8ED-722071DF475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818c103-b4ff-4ab6-8c05-dc2fb6993bc0}" enabled="0" method="" siteId="{5818c103-b4ff-4ab6-8c05-dc2fb6993bc0}" removed="1"/>
</clbl:labelList>
</file>

<file path=docProps/app.xml><?xml version="1.0" encoding="utf-8"?>
<Properties xmlns="http://schemas.openxmlformats.org/officeDocument/2006/extended-properties" xmlns:vt="http://schemas.openxmlformats.org/officeDocument/2006/docPropsVTypes">
  <Template>AFV - GCP</Template>
  <TotalTime>1621</TotalTime>
  <Words>11930</Words>
  <Application>Microsoft Office PowerPoint</Application>
  <PresentationFormat>Widescreen</PresentationFormat>
  <Paragraphs>1290</Paragraphs>
  <Slides>250</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250</vt:i4>
      </vt:variant>
    </vt:vector>
  </HeadingPairs>
  <TitlesOfParts>
    <vt:vector size="256" baseType="lpstr">
      <vt:lpstr>Aptos</vt:lpstr>
      <vt:lpstr>Arial</vt:lpstr>
      <vt:lpstr>Calibri</vt:lpstr>
      <vt:lpstr>Google Sans Text</vt:lpstr>
      <vt:lpstr>Noto Sans</vt:lpstr>
      <vt:lpstr>CitationVTI</vt:lpstr>
      <vt:lpstr>Cloud Digital Leader — Practice Questions</vt:lpstr>
      <vt:lpstr>1. A financial services organization has bank branches in a number of countries, and has built an application that needs to run in different configurations based on the local regulations of each country. How can cloud infrastructure help achieve this goal?</vt:lpstr>
      <vt:lpstr>1. A financial services organization has bank branches in a number of countries, and has built an application that needs to run in different configurations based on the local regulations of each country. How can cloud infrastructure help achieve this goal?</vt:lpstr>
      <vt:lpstr>2. An organization has shifted from a CapEx to OpEx based spending model. Which of these statements is true?</vt:lpstr>
      <vt:lpstr>2. An organization has shifted from a CapEx to OpEx based spending model. Which of these statements is true?</vt:lpstr>
      <vt:lpstr>3. An organization wants to ensure they have redundancy of their resources so their application remains available in the event of a disaster. How can they ensure this happens?</vt:lpstr>
      <vt:lpstr>3. An organization wants to ensure they have redundancy of their resources so their application remains available in the event of a disaster. How can they ensure this happens?</vt:lpstr>
      <vt:lpstr>4. In the cloud computing shared responsibility model, what types of content are customers always responsible for, regardless of the computing model chosen?</vt:lpstr>
      <vt:lpstr>4. In the cloud computing shared responsibility model, what types of content are customers always responsible for, regardless of the computing model chosen?</vt:lpstr>
      <vt:lpstr>5. Which option best describes a benefit of Infrastructure as a Service (IaaS)?</vt:lpstr>
      <vt:lpstr>5. Which option best describes a benefit of Infrastructure as a Service (IaaS)?</vt:lpstr>
      <vt:lpstr>6. Which cloud computing service model offers a develop-and-deploy environment to build cloud applications?</vt:lpstr>
      <vt:lpstr>6. Which cloud computing service model offers a develop-and-deploy environment to build cloud applications?</vt:lpstr>
      <vt:lpstr>7. An organization wants to move to cloud-based collaboration software, but due to limited IT staff one of their main drivers is having low maintenance needs. Which cloud computing model would best suit their requirements?</vt:lpstr>
      <vt:lpstr>7. An organization wants to move to cloud-based collaboration software, but due to limited IT staff one of their main drivers is having low maintenance needs. Which cloud computing model would best suit their requirements?</vt:lpstr>
      <vt:lpstr>8. Google applies generative AI to products like Google Workspace, but what is generative AI?</vt:lpstr>
      <vt:lpstr>8. Google applies generative AI to products like Google Workspace, but what is generative AI?</vt:lpstr>
      <vt:lpstr>9. Which use case demonstrates ML’s ability to process natural language?</vt:lpstr>
      <vt:lpstr>9. Which use case demonstrates ML’s ability to process natural language?</vt:lpstr>
      <vt:lpstr>10. What does the consistency dimension refer to when data quality is being measured?</vt:lpstr>
      <vt:lpstr>10. What does the consistency dimension refer to when data quality is being measured?</vt:lpstr>
      <vt:lpstr>11. You’re watching a video on YouTube and are shown a list of videos that YouTube thinks you are interested in. What ML solution powers this feature?</vt:lpstr>
      <vt:lpstr>11. You’re watching a video on YouTube and are shown a list of videos that YouTube thinks you are interested in. What ML solution powers this feature?</vt:lpstr>
      <vt:lpstr>12. Google's AI principles are a set of guiding values that help develop and use artificial intelligence responsibly. Which of these is one of Google’s AI principles?</vt:lpstr>
      <vt:lpstr>12. Google's AI principles are a set of guiding values that help develop and use artificial intelligence responsibly. Which of these is one of Google’s AI principles?</vt:lpstr>
      <vt:lpstr>13. Which option refers to the use of technologies to build machines and computers that can mimic cognitive functions associated with human intelligence?</vt:lpstr>
      <vt:lpstr>13. Which option refers to the use of technologies to build machines and computers that can mimic cognitive functions associated with human intelligence?</vt:lpstr>
      <vt:lpstr>14. Artificial intelligence is best suited for replacing or simplifying rule-based systems. Which is an example of this in action?</vt:lpstr>
      <vt:lpstr>14. Artificial intelligence is best suited for replacing or simplifying rule-based systems. Which is an example of this in action?</vt:lpstr>
      <vt:lpstr>15. How do data analytics and business intelligence differ from AI and ML?</vt:lpstr>
      <vt:lpstr>15. How do data analytics and business intelligence differ from AI and ML?</vt:lpstr>
      <vt:lpstr>16. An online retailer wants to help users find specific products faster on their website. One idea is to allow shoppers to upload an image of the product they’re looking to purchase. Which of Google’s pre-trained APIs could the retailer use to expand this functionality?</vt:lpstr>
      <vt:lpstr>16. An online retailer wants to help users find specific products faster on their website. One idea is to allow shoppers to upload an image of the product they’re looking to purchase. Which of Google’s pre-trained APIs could the retailer use to expand this functionality?</vt:lpstr>
      <vt:lpstr>17. Which Google Cloud AI solution is designed to help businesses automate document processing?</vt:lpstr>
      <vt:lpstr>17. Which Google Cloud AI solution is designed to help businesses automate document processing?</vt:lpstr>
      <vt:lpstr>18. Which Google Cloud AI solution is designed to help businesses improve their customer service?</vt:lpstr>
      <vt:lpstr>18. Which Google Cloud AI solution is designed to help businesses improve their customer service?</vt:lpstr>
      <vt:lpstr>19. What’s the name of Google’s application-specific integrated circuit (ASIC) that is used to accelerate machine learning workloads?</vt:lpstr>
      <vt:lpstr>19. What’s the name of Google’s application-specific integrated circuit (ASIC) that is used to accelerate machine learning workloads?</vt:lpstr>
      <vt:lpstr>20. A large media company wants to improve how they moderate online content. Currently, they have a team of human moderators that review content for appropriateness, but are looking to leverage artificial intelligence to improve efficiency. Which of Google’s pre-trained APIs could they use to identify and remove inappropriate content from the media company's website and social media platforms. </vt:lpstr>
      <vt:lpstr>20. A large media company wants to improve how they moderate online content. Currently, they have a team of human moderators that review content for appropriateness, but are looking to leverage artificial intelligence to improve efficiency. Which of Google’s pre-trained APIs could they use to identify and remove inappropriate content from the media company's website and social media platforms.</vt:lpstr>
      <vt:lpstr>21. BigQuery ML is a machine learning service that lets users: Build and evaluate machine learning models in BigQuery by using Python and Java.</vt:lpstr>
      <vt:lpstr>21. BigQuery ML is a machine learning service that lets users: Build and evaluate machine learning models in BigQuery by using Python and Java.</vt:lpstr>
      <vt:lpstr>22. Google Cloud offers four options for building machine learning models. Which is best when a business wants to code their own machine learning environment, the training, and the deployment?</vt:lpstr>
      <vt:lpstr>22. Google Cloud offers four options for building machine learning models. Which is best when a business wants to code their own machine learning environment, the training, and the deployment?</vt:lpstr>
      <vt:lpstr>23. Which feature of Vertex AI lets users build and train end-to-end machine learning models by using a GUI (graphical user interface), without writing a line of code. </vt:lpstr>
      <vt:lpstr>23. Which feature of Vertex AI lets users build and train end-to-end machine learning models by using a GUI (graphical user interface), without writing a line of code.</vt:lpstr>
      <vt:lpstr>24. A manufacturing company is considering shifting their on-premises infrastructure to the cloud, but are concerned that access to their data and applications won’t be available when they need them. They want to ensure that if one data center goes down, another will be available to prevent any disruption of service. What does this refer to?</vt:lpstr>
      <vt:lpstr>24. A manufacturing company is considering shifting their on-premises infrastructure to the cloud, but are concerned that access to their data and applications won’t be available when they need them. They want to ensure that if one data center goes down, another will be available to prevent any disruption of service. What does this refer to?</vt:lpstr>
      <vt:lpstr>25. What computing option automatically provisions resources, like compute power, in the background as needed?</vt:lpstr>
      <vt:lpstr>25. What computing option automatically provisions resources, like compute power, in the background as needed?</vt:lpstr>
      <vt:lpstr>26. What portion of a machine does a container virtualize?</vt:lpstr>
      <vt:lpstr>26. What portion of a machine does a container virtualize?</vt:lpstr>
      <vt:lpstr>27. What phrase refers to when a workload is rehosted without changing anything in the workload's code or architecture. </vt:lpstr>
      <vt:lpstr>27. What phrase refers to when a workload is rehosted without changing anything in the workload's code or architecture. </vt:lpstr>
      <vt:lpstr>28. What term is commonly used to describe a rehost migration strategy for an organization that runs specialized legacy applications that aren’t compatible with cloud-native applications?</vt:lpstr>
      <vt:lpstr>28. What term is commonly used to describe a rehost migration strategy for an organization that runs specialized legacy applications that aren’t compatible with cloud-native applications?</vt:lpstr>
      <vt:lpstr>29. What term describes a set of instructions that lets different software programs communicate with each other?</vt:lpstr>
      <vt:lpstr>29. What term describes a set of instructions that lets different software programs communicate with each other?</vt:lpstr>
      <vt:lpstr>30. In modern cloud application development, what name is given to independently deployable, scalable, and maintainable components that can be used to build a wide range of applications?</vt:lpstr>
      <vt:lpstr>30. In modern cloud application development, what name is given to independently deployable, scalable, and maintainable components that can be used to build a wide range of applications?</vt:lpstr>
      <vt:lpstr>31. Which is a fully managed cloud infrastructure solution that lets organizations run their Oracle workloads on dedicated servers in the cloud?</vt:lpstr>
      <vt:lpstr>31. Which is a fully managed cloud infrastructure solution that lets organizations run their Oracle workloads on dedicated servers in the cloud?</vt:lpstr>
      <vt:lpstr>32. What name is given to an environment where an organization uses more than one public cloud provider as part of its architecture?</vt:lpstr>
      <vt:lpstr>32. What name is given to an environment where an organization uses more than one public cloud provider as part of its architecture?</vt:lpstr>
      <vt:lpstr>33. What name is given to an environment that comprises some combination of on-premises or private cloud infrastructure and public cloud services?</vt:lpstr>
      <vt:lpstr>33. What name is given to an environment that comprises some combination of on-premises or private cloud infrastructure and public cloud services?</vt:lpstr>
      <vt:lpstr>34. Which is the responsibility of the cloud provider in a cloud security model?</vt:lpstr>
      <vt:lpstr>34. Which is the responsibility of the cloud provider in a cloud security model?</vt:lpstr>
      <vt:lpstr>35. Which is a benefit of cloud security over traditional on-premises security?</vt:lpstr>
      <vt:lpstr>35. Which is a benefit of cloud security over traditional on-premises security?</vt:lpstr>
      <vt:lpstr>36. Which three essential aspects of cloud security form the foundation of the CIA triad?</vt:lpstr>
      <vt:lpstr>36. Which three essential aspects of cloud security form the foundation of the CIA triad?</vt:lpstr>
      <vt:lpstr>37. Which definition best describes a firewall?</vt:lpstr>
      <vt:lpstr>37. Which definition best describes a firewall?</vt:lpstr>
      <vt:lpstr>38. Which security principle advocates granting users only the access they need to perform their job responsibilities?</vt:lpstr>
      <vt:lpstr>38. Which security principle advocates granting users only the access they need to perform their job responsibilities?</vt:lpstr>
      <vt:lpstr>39. Which practice involves a combination of processes and technologies that help reduce the risk of data breaches, system outages, and other security incidents in the cloud?</vt:lpstr>
      <vt:lpstr>39. Which practice involves a combination of processes and technologies that help reduce the risk of data breaches, system outages, and other security incidents in the cloud?</vt:lpstr>
      <vt:lpstr>40. Which is a powerful encryption algorithm trusted by governments and businesses worldwide?</vt:lpstr>
      <vt:lpstr>40. Which is a powerful encryption algorithm trusted by governments and businesses worldwide?</vt:lpstr>
      <vt:lpstr>41. Select the correct statement about Identity and Access Management (IAM). IAM is a system that detects and prevents malicious traffic from entering a cloud network.</vt:lpstr>
      <vt:lpstr>41. Select the correct statement about Identity and Access Management (IAM). IAM is a system that detects and prevents malicious traffic from entering a cloud network.</vt:lpstr>
      <vt:lpstr>42. What metric does Google Cloud use to measure the efficiency of its data centers to achieve cost savings and a reduced carbon footprint?</vt:lpstr>
      <vt:lpstr>42. What metric does Google Cloud use to measure the efficiency of its data centers to achieve cost savings and a reduced carbon footprint?</vt:lpstr>
      <vt:lpstr>43. Google Cloud encrypts data at various states. Which state refers to when data is being actively processed by a computer?</vt:lpstr>
      <vt:lpstr>43. Google Cloud encrypts data at various states. Which state refers to when data is being actively processed by a computer?</vt:lpstr>
      <vt:lpstr>44. What security feature adds an extra layer of protection to cloud-based systems?</vt:lpstr>
      <vt:lpstr>44. What security feature adds an extra layer of protection to cloud-based systems?</vt:lpstr>
      <vt:lpstr>45. Where can you find details about certifications and compliance standards met by Google Cloud?</vt:lpstr>
      <vt:lpstr>45. Where can you find details about certifications and compliance standards met by Google Cloud?</vt:lpstr>
      <vt:lpstr>46. Which report provides a way for Google Cloud to share data about how the policies and actions of governments and corporations affect privacy, security, and access to information?</vt:lpstr>
      <vt:lpstr>46. Which report provides a way for Google Cloud to share data about how the policies and actions of governments and corporations affect privacy, security, and access to information?</vt:lpstr>
      <vt:lpstr>47. Which is one of Google Cloud’s seven trust principles?</vt:lpstr>
      <vt:lpstr>47. Which is one of Google Cloud’s seven trust principles?</vt:lpstr>
      <vt:lpstr>48. Which term describes the concept that data is subject to the laws and regulations of the country where it resides?</vt:lpstr>
      <vt:lpstr>48. Which term describes the concept that data is subject to the laws and regulations of the country where it resides?</vt:lpstr>
      <vt:lpstr>49. Which term describes a centralized hub within an organization composed of a partnership across finance, technology, and business functions?</vt:lpstr>
      <vt:lpstr>49. Which term describes a centralized hub within an organization composed of a partnership across finance, technology, and business functions?</vt:lpstr>
      <vt:lpstr>50. Which represents the lowest level in the Google Cloud resource hierarchy?</vt:lpstr>
      <vt:lpstr>50. Which represents the lowest level in the Google Cloud resource hierarchy?</vt:lpstr>
      <vt:lpstr>51. Which offers a reactive method to help you track and understand what you’ve already spent on Google Cloud resources and provide ways to help optimize your costs?</vt:lpstr>
      <vt:lpstr>51. Which offers a reactive method to help you track and understand what you’ve already spent on Google Cloud resources and provide ways to help optimize your costs?</vt:lpstr>
      <vt:lpstr>52. Why is it a benefit that the Google Cloud resource hierarchy follows inheritance and propagation rules?</vt:lpstr>
      <vt:lpstr>52. Why is it a benefit that the Google Cloud resource hierarchy follows inheritance and propagation rules?</vt:lpstr>
      <vt:lpstr>53. Which feature lets you set limits on the amount of resources that can be used by a project or user?</vt:lpstr>
      <vt:lpstr>53. Which feature lets you set limits on the amount of resources that can be used by a project or user?</vt:lpstr>
      <vt:lpstr>54. Which feature lets you set alerts for when cloud costs exceed a certain limit?</vt:lpstr>
      <vt:lpstr>54. Which feature lets you set alerts for when cloud costs exceed a certain limit?</vt:lpstr>
      <vt:lpstr>55. Whose job is to ensure the reliability, availability, and efficiency of software systems and services deployed in the cloud?</vt:lpstr>
      <vt:lpstr>55. Whose job is to ensure the reliability, availability, and efficiency of software systems and services deployed in the cloud?</vt:lpstr>
      <vt:lpstr>56. What does the Cloud Profiler tool do?</vt:lpstr>
      <vt:lpstr>56. What does the Cloud Profiler tool do?</vt:lpstr>
      <vt:lpstr>57. One of the four golden signals is latency. What does latency measure?</vt:lpstr>
      <vt:lpstr>57. One of the four golden signals is latency. What does latency measure?</vt:lpstr>
      <vt:lpstr>58. How does replication help the design of resilient and fault-tolerant infrastructure and processes in a cloud environment?</vt:lpstr>
      <vt:lpstr>58. How does replication help the design of resilient and fault-tolerant infrastructure and processes in a cloud environment?</vt:lpstr>
      <vt:lpstr>59. Which metric shows how well a system or service is performing?</vt:lpstr>
      <vt:lpstr>59. Which metric shows how well a system or service is performing?</vt:lpstr>
      <vt:lpstr>60. Which of these measures should be automated on a regular basis and stored in geographically separate locations to allow for rapid recovery from disasters or failures?</vt:lpstr>
      <vt:lpstr>60. Which of these measures should be automated on a regular basis and stored in geographically separate locations to allow for rapid recovery from disasters or failures?</vt:lpstr>
      <vt:lpstr>61. Kaluza is an electric vehicle smart-charging solution. How does it use BigQuery and Looker Studio?</vt:lpstr>
      <vt:lpstr>61. Kaluza is an electric vehicle smart-charging solution. How does it use BigQuery and Looker Studio?</vt:lpstr>
      <vt:lpstr>62. What sustainability goal does Google aim to achieve by the year 2030?</vt:lpstr>
      <vt:lpstr>62. What sustainability goal does Google aim to achieve by the year 2030?</vt:lpstr>
      <vt:lpstr>63. Google's data centers were the first to achieve ISO 14001 certification. What is this standard’s purpose?</vt:lpstr>
      <vt:lpstr>63. Google's data centers were the first to achieve ISO 14001 certification. What is this standard’s purpose?</vt:lpstr>
      <vt:lpstr>64. An organization has a new application, and user subscriptions are growing faster than on-premises infrastructure can handle. What benefit of the cloud might help them in this situation?</vt:lpstr>
      <vt:lpstr>64. An organization has a new application, and user subscriptions are growing faster than on-premises infrastructure can handle. What benefit of the cloud might help them in this situation?</vt:lpstr>
      <vt:lpstr>65. An organization has made significant investments in their own infrastructure and has regulatory requirements for their data to be hosted on-premises. Which cloud implementation would best suit their needs?</vt:lpstr>
      <vt:lpstr>65. An organization has made significant investments in their own infrastructure and has regulatory requirements for their data to be hosted on-premises. Which cloud implementation would best suit their needs?</vt:lpstr>
      <vt:lpstr>66. What is the benefit of implementing a transformation cloud that is based on open infrastructure?</vt:lpstr>
      <vt:lpstr>66. What is the benefit of implementing a transformation cloud that is based on open infrastructure?</vt:lpstr>
      <vt:lpstr>67. Select the two capabilities that form the basis of a transformation cloud?</vt:lpstr>
      <vt:lpstr>67. Select the two capabilities that form the basis of a transformation cloud?</vt:lpstr>
      <vt:lpstr>68. As the world and business changes, organizations have to decide between embracing new technology and transforming, or keeping their technology and approaches the same. What risks might an organization face by not transforming as their market evolves? </vt:lpstr>
      <vt:lpstr>68. As the world and business changes, organizations have to decide between embracing new technology and transforming, or keeping their technology and approaches the same. What risks might an organization face by not transforming as their market evolves? </vt:lpstr>
      <vt:lpstr>69. What is seen as a limitation of on-premises infrastructure, when compared to cloud infrastructure?  </vt:lpstr>
      <vt:lpstr>69. What is seen as a limitation of on-premises infrastructure, when compared to cloud infrastructure?  </vt:lpstr>
      <vt:lpstr>70. What is the cloud? </vt:lpstr>
      <vt:lpstr>70. What is the cloud? </vt:lpstr>
      <vt:lpstr>71. Which item describes a goal of an organization seeking digital transformation?</vt:lpstr>
      <vt:lpstr>71. Which item describes a goal of an organization seeking digital transformation?</vt:lpstr>
      <vt:lpstr>72. Select the definition of digital transformation.</vt:lpstr>
      <vt:lpstr>72. Select the definition of digital transformation.</vt:lpstr>
      <vt:lpstr>73. What is data governance?</vt:lpstr>
      <vt:lpstr>73. What is data governance?</vt:lpstr>
      <vt:lpstr>74. A car insurance company has a large database that stores customer details, including the vehicles they own and past claims. The structure of the database means that information is stored in tables, rows, and columns. What type of database is this?</vt:lpstr>
      <vt:lpstr>74. A car insurance company has a large database that stores customer details, including the vehicles they own and past claims. The structure of the database means that information is stored in tables, rows, and columns. What type of database is this?</vt:lpstr>
      <vt:lpstr>75. A solar energy company wants to analyze weather data to better understand the seasonal impact on their business. On which platform could they find free-to-use weather datasets?</vt:lpstr>
      <vt:lpstr>75. A solar energy company wants to analyze weather data to better understand the seasonal impact on their business. On which platform could they find free-to-use weather datasets?</vt:lpstr>
      <vt:lpstr>76. Which data type is highly organized and well-defined?</vt:lpstr>
      <vt:lpstr>76. Which data type is highly organized and well-defined?</vt:lpstr>
      <vt:lpstr>77. Which is a repository designed to ingest, store, explore, process, and analyze any type or volume of raw data, regardless of the source?</vt:lpstr>
      <vt:lpstr>77. Which is a repository designed to ingest, store, explore, process, and analyze any type or volume of raw data, regardless of the source?</vt:lpstr>
      <vt:lpstr>78. An online retailer uses a smart analytics tool to ingest real-time customer behavior data to surface the best suggestions for particular users. How can machine learning guide this activity?</vt:lpstr>
      <vt:lpstr>78. An online retailer uses a smart analytics tool to ingest real-time customer behavior data to surface the best suggestions for particular users. How can machine learning guide this activity?</vt:lpstr>
      <vt:lpstr>79. Which step in the data value chain is where collected raw data is transformed into a form that’s ready to derive insights from?</vt:lpstr>
      <vt:lpstr>79. Which step in the data value chain is where collected raw data is transformed into a form that’s ready to derive insights from?</vt:lpstr>
      <vt:lpstr>80. New cloud tools make it possible to harness the potential of unstructured data. Which of these use cases best demonstrates this?</vt:lpstr>
      <vt:lpstr>80. New cloud tools make it possible to harness the potential of unstructured data. Which of these use cases best demonstrates this?</vt:lpstr>
      <vt:lpstr>81. Which represents the proprietary customer datasets that a business collects from customer or audience transactions and interactions?</vt:lpstr>
      <vt:lpstr>81. Which represents the proprietary customer datasets that a business collects from customer or audience transactions and interactions?</vt:lpstr>
      <vt:lpstr>82. Which characteristic is true for all Cloud Storage classes?</vt:lpstr>
      <vt:lpstr>82. Which characteristic is true for all Cloud Storage classes?</vt:lpstr>
      <vt:lpstr>83. What are the two services that BigQuery provides?</vt:lpstr>
      <vt:lpstr>83. What are the two services that BigQuery provides?</vt:lpstr>
      <vt:lpstr>84. Which Google Cloud product can be used to synchronize data across databases, storage systems, and applications?</vt:lpstr>
      <vt:lpstr>84. Which Google Cloud product can be used to synchronize data across databases, storage systems, and applications?</vt:lpstr>
      <vt:lpstr>85. Which would be the best SQL-based storage option for a transactional workload that requires global scalability?</vt:lpstr>
      <vt:lpstr>85. Which would be the best SQL-based storage option for a transactional workload that requires global scalability?</vt:lpstr>
      <vt:lpstr>86. Which strategy describes when databases are migrated from on-premises and private cloud environments to the same type of database hosted by a public cloud provider?</vt:lpstr>
      <vt:lpstr>86. Which strategy describes when databases are migrated from on-premises and private cloud environments to the same type of database hosted by a public cloud provider?</vt:lpstr>
      <vt:lpstr>87. A data analyst for an online retailer must produce a sales report at the end of each quarter. Which Cloud Storage class should the retailer use for data accessed every 90 days?</vt:lpstr>
      <vt:lpstr>87. A data analyst for an online retailer must produce a sales report at the end of each quarter. Which Cloud Storage class should the retailer use for data accessed every 90 days?</vt:lpstr>
      <vt:lpstr>88. Data in the form of video, pictures, and audio recordings is well suited to object storage. Which product is best for storing this kind of data?</vt:lpstr>
      <vt:lpstr>88. Data in the form of video, pictures, and audio recordings is well suited to object storage. Which product is best for storing this kind of data?</vt:lpstr>
      <vt:lpstr>89. What is Google's big data database service that powers many core Google services, including Google Search, Google Analytics, Google Maps Platform, and Gmail?</vt:lpstr>
      <vt:lpstr>89. What is Google's big data database service that powers many core Google services, including Google Search, Google Analytics, Google Maps Platform, and Gmail?</vt:lpstr>
      <vt:lpstr>90. Which is the best SQL-based storage option for a transactional workload that requires local or regional scalability?</vt:lpstr>
      <vt:lpstr>90. Which is the best SQL-based storage option for a transactional workload that requires local or regional scalability?</vt:lpstr>
      <vt:lpstr>91. BigQuery works in a multicloud environment. How do organizations benefit from this feature?</vt:lpstr>
      <vt:lpstr>91. BigQuery works in a multicloud environment. How do organizations benefit from this feature?</vt:lpstr>
      <vt:lpstr>86. What feature of Looker makes it easy to integrate into existing workflows and share with multiple teams at an organization?</vt:lpstr>
      <vt:lpstr>86. What feature of Looker makes it easy to integrate into existing workflows and share with multiple teams at an organization?</vt:lpstr>
      <vt:lpstr>87. What Google Cloud business intelligence platform is designed to help individuals and teams analyze, visualize, and share data? </vt:lpstr>
      <vt:lpstr>87. What Google Cloud business intelligence platform is designed to help individuals and teams analyze, visualize, and share data? </vt:lpstr>
      <vt:lpstr>88. Streaming analytics is the processing and analyzing of data records continuously instead of in batches. Which option is a source of streaming data?</vt:lpstr>
      <vt:lpstr>88. Streaming analytics is the processing and analyzing of data records continuously instead of in batches. Which option is a source of streaming data?</vt:lpstr>
      <vt:lpstr>89. What does ETL stand for in the context of data processing?</vt:lpstr>
      <vt:lpstr>89. What does ETL stand for in the context of data processing?</vt:lpstr>
      <vt:lpstr>90. Which statement is true about Dataflow?</vt:lpstr>
      <vt:lpstr>90. Which statement is true about Dataflow?</vt:lpstr>
      <vt:lpstr>91. What open source platform, originally developed by Google, manages containerized workloads and services?</vt:lpstr>
      <vt:lpstr>91. What open source platform, originally developed by Google, manages containerized workloads and services?</vt:lpstr>
      <vt:lpstr>92. A travel company is in the early stages of developing a new application and wants to test it on a variety of configurations: different operating systems, processors, and storage options. What cloud computing option should they use?</vt:lpstr>
      <vt:lpstr>92. A travel company is in the early stages of developing a new application and wants to test it on a variety of configurations: different operating systems, processors, and storage options. What cloud computing option should they use?</vt:lpstr>
      <vt:lpstr>93. What portion of a machine does a container virtualize?</vt:lpstr>
      <vt:lpstr>93. What portion of a machine does a container virtualize?</vt:lpstr>
      <vt:lpstr>94. A manufacturing company is considering shifting their on-premises infrastructure to the cloud, but are concerned that access to their data and applications won’t be available when they need them. They want to ensure that if one data center goes down, another will be available to prevent any disruption of service. What does this refer to?</vt:lpstr>
      <vt:lpstr>94. A manufacturing company is considering shifting their on-premises infrastructure to the cloud, but are concerned that access to their data and applications won’t be available when they need them. They want to ensure that if one data center goes down, another will be available to prevent any disruption of service. What does this refer to?</vt:lpstr>
      <vt:lpstr>95. What computing option automatically provisions resources, like compute power, in the background as needed?</vt:lpstr>
      <vt:lpstr>95. What computing option automatically provisions resources, like compute power, in the background as needed?</vt:lpstr>
      <vt:lpstr>96. In modern cloud application development, what name is given to independently deployable, scalable, and maintainable components that can be used to build a wide range of applications?</vt:lpstr>
      <vt:lpstr>96. In modern cloud application development, what name is given to independently deployable, scalable, and maintainable components that can be used to build a wide range of applications?</vt:lpstr>
      <vt:lpstr>97. What term describes a set of instructions that lets different software programs communicate with each other?</vt:lpstr>
      <vt:lpstr>97. What term describes a set of instructions that lets different software programs communicate with each other?</vt:lpstr>
      <vt:lpstr>98. What term is commonly used to describe a rehost migration strategy for an organization that runs specialized legacy applications that aren’t compatible with cloud-native applications?</vt:lpstr>
      <vt:lpstr>98. What term is commonly used to describe a rehost migration strategy for an organization that runs specialized legacy applications that aren’t compatible with cloud-native applications?</vt:lpstr>
      <vt:lpstr>99. What name is given to an environment that comprises some combination of on-premises or private cloud infrastructure and public cloud services?</vt:lpstr>
      <vt:lpstr>99. What name is given to an environment that comprises some combination of on-premises or private cloud infrastructure and public cloud services?</vt:lpstr>
      <vt:lpstr>100. Which is a fully managed cloud infrastructure solution that lets organizations run their Oracle workloads on dedicated servers in the cloud?</vt:lpstr>
      <vt:lpstr>100. Which is a fully managed cloud infrastructure solution that lets organizations run their Oracle workloads on dedicated servers in the cloud?</vt:lpstr>
      <vt:lpstr>101. In modern application development, which is responsible for the day-to-day management of cloud-based infrastructure, such as patching, upgrades, and monitoring?</vt:lpstr>
      <vt:lpstr>101. In modern application development, which is responsible for the day-to-day management of cloud-based infrastructure, such as patching, upgrades, and monitoring?</vt:lpstr>
      <vt:lpstr>102. What’s the name of Google Cloud’s production-ready platform for running Kuberenetes applications across multiple cloud environments?</vt:lpstr>
      <vt:lpstr>102. What’s the name of Google Cloud’s production-ready platform for running Kuberenetes applications across multiple cloud environments?</vt:lpstr>
      <vt:lpstr>103. What is one way that organizations can create new revenue streams through APIs?</vt:lpstr>
      <vt:lpstr>103. What is one way that organizations can create new revenue streams through APIs?</vt:lpstr>
      <vt:lpstr>104. What is the name of Google Cloud's API management service that can operate APIs with enhanced scale, security, and automation?</vt:lpstr>
      <vt:lpstr>104. What is the name of Google Cloud's API management service that can operate APIs with enhanced scale, security, and automation?</vt:lpstr>
      <vt:lpstr>105. What name is given to an environment where an organization uses more than one public cloud provider as part of its architecture?</vt:lpstr>
      <vt:lpstr>105. What name is given to an environment where an organization uses more than one public cloud provider as part of its architecture?</vt:lpstr>
      <vt:lpstr>106. Which cybersecurity threat demands a ransom payment from a victim to regain access to their files and systems.</vt:lpstr>
      <vt:lpstr>106. Which cybersecurity threat demands a ransom payment from a victim to regain access to their files and systems.</vt:lpstr>
      <vt:lpstr>107. Which is a benefit of cloud security over traditional on-premises security? check</vt:lpstr>
      <vt:lpstr>107. Which is a benefit of cloud security over traditional on-premises security? check</vt:lpstr>
      <vt:lpstr>108. Which is a benefit of cloud security over traditional on-premises security?</vt:lpstr>
      <vt:lpstr>108. Which is a benefit of cloud security over traditional on-premises security?</vt:lpstr>
      <vt:lpstr>109. Which is the responsibility of the cloud provider in a cloud security model?</vt:lpstr>
      <vt:lpstr>109. Which is the responsibility of the cloud provider in a cloud security model?</vt:lpstr>
      <vt:lpstr>110. Which cloud security principle ensures that security practices and measures align with established standards and guidelines?</vt:lpstr>
      <vt:lpstr>110. Which cloud security principle ensures that security practices and measures align with established standards and guidelines?</vt:lpstr>
      <vt:lpstr>111.  Which security principle advocates granting users only the access they need to perform their job responsibilities?</vt:lpstr>
      <vt:lpstr>111.  Which security principle advocates granting users only the access they need to perform their job responsibilities?</vt:lpstr>
      <vt:lpstr>112. Which cybersecurity threat occurs when errors arise during the setup of resources, inadvertently exposing sensitive data and systems to unauthorized access?</vt:lpstr>
      <vt:lpstr>112. Which cybersecurity threat occurs when errors arise during the setup of resources, inadvertently exposing sensitive data and systems to unauthorized access?</vt:lpstr>
      <vt:lpstr>113. What common cybersecurity threat involves tricking users into revealing sensitive information or performing actions that compromise security?</vt:lpstr>
      <vt:lpstr>113. What common cybersecurity threat involves tricking users into revealing sensitive information or performing actions that compromise security?</vt:lpstr>
      <vt:lpstr>114. Which cloud security principle relates to keeping data accurate and trustworthy?</vt:lpstr>
      <vt:lpstr>114. Which cloud security principle relates to keeping data accurate and trustworthy?</vt:lpstr>
      <vt:lpstr>115. Which three essential aspects of cloud security form the foundation of the CIA triad?</vt:lpstr>
      <vt:lpstr>115. Which three essential aspects of cloud security form the foundation of the CIA triad?</vt:lpstr>
      <vt:lpstr>116.  Which definition best describes a firewall?</vt:lpstr>
      <vt:lpstr>116.  Which definition best describes a firewall?</vt:lpstr>
      <vt:lpstr>117. What is Google Cloud’s modern and serverless data warehousing solution?</vt:lpstr>
      <vt:lpstr>117. What is Google Cloud’s modern and serverless data warehousing solution?</vt:lpstr>
      <vt:lpstr>118. What is Google Cloud’s distributed messaging service that can receive messages from various device streams such as gaming events, Internet of Things (IoT) devices, and application streams?</vt:lpstr>
      <vt:lpstr>118. What is Google Cloud’s distributed messaging service that can receive messages from various device streams such as gaming events, Internet of Things (IoT) devices, and application streams?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Ramiro Rego Álvarez</dc:creator>
  <cp:lastModifiedBy>Ramiro Rego Álvarez</cp:lastModifiedBy>
  <cp:revision>4</cp:revision>
  <dcterms:created xsi:type="dcterms:W3CDTF">2025-10-09T05:18:47Z</dcterms:created>
  <dcterms:modified xsi:type="dcterms:W3CDTF">2025-12-10T22:41:19Z</dcterms:modified>
</cp:coreProperties>
</file>